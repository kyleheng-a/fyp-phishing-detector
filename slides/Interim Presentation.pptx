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1" r:id="rId9"/>
    <p:sldId id="267" r:id="rId10"/>
    <p:sldId id="268" r:id="rId11"/>
    <p:sldId id="262" r:id="rId12"/>
    <p:sldId id="263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F8DE74-26E3-46F8-B807-5A973B6C7CEE}" v="11" dt="2026-01-30T12:13:06.7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00304072: Kyle Heng" userId="7d93ab3f-b83e-41a3-b6cc-f6fdec0f02b7" providerId="ADAL" clId="{4EC450F6-2800-45C5-983B-B98FD146EA7A}"/>
    <pc:docChg chg="undo custSel addSld delSld modSld">
      <pc:chgData name="A00304072: Kyle Heng" userId="7d93ab3f-b83e-41a3-b6cc-f6fdec0f02b7" providerId="ADAL" clId="{4EC450F6-2800-45C5-983B-B98FD146EA7A}" dt="2026-01-30T12:15:06.487" v="429" actId="20577"/>
      <pc:docMkLst>
        <pc:docMk/>
      </pc:docMkLst>
      <pc:sldChg chg="modSp mod">
        <pc:chgData name="A00304072: Kyle Heng" userId="7d93ab3f-b83e-41a3-b6cc-f6fdec0f02b7" providerId="ADAL" clId="{4EC450F6-2800-45C5-983B-B98FD146EA7A}" dt="2026-01-30T11:49:04.923" v="385" actId="20577"/>
        <pc:sldMkLst>
          <pc:docMk/>
          <pc:sldMk cId="3226875258" sldId="258"/>
        </pc:sldMkLst>
        <pc:graphicFrameChg chg="mod modGraphic">
          <ac:chgData name="A00304072: Kyle Heng" userId="7d93ab3f-b83e-41a3-b6cc-f6fdec0f02b7" providerId="ADAL" clId="{4EC450F6-2800-45C5-983B-B98FD146EA7A}" dt="2026-01-30T11:49:04.923" v="385" actId="20577"/>
          <ac:graphicFrameMkLst>
            <pc:docMk/>
            <pc:sldMk cId="3226875258" sldId="258"/>
            <ac:graphicFrameMk id="15" creationId="{C61CF1BE-270E-D649-D080-DB11CDE6105F}"/>
          </ac:graphicFrameMkLst>
        </pc:graphicFrameChg>
      </pc:sldChg>
      <pc:sldChg chg="modSp mod">
        <pc:chgData name="A00304072: Kyle Heng" userId="7d93ab3f-b83e-41a3-b6cc-f6fdec0f02b7" providerId="ADAL" clId="{4EC450F6-2800-45C5-983B-B98FD146EA7A}" dt="2026-01-30T11:49:43.022" v="402" actId="20577"/>
        <pc:sldMkLst>
          <pc:docMk/>
          <pc:sldMk cId="2899145159" sldId="259"/>
        </pc:sldMkLst>
        <pc:spChg chg="mod">
          <ac:chgData name="A00304072: Kyle Heng" userId="7d93ab3f-b83e-41a3-b6cc-f6fdec0f02b7" providerId="ADAL" clId="{4EC450F6-2800-45C5-983B-B98FD146EA7A}" dt="2026-01-30T11:49:43.022" v="402" actId="20577"/>
          <ac:spMkLst>
            <pc:docMk/>
            <pc:sldMk cId="2899145159" sldId="259"/>
            <ac:spMk id="2" creationId="{D9FC9126-6900-0CA4-8526-6105733EB558}"/>
          </ac:spMkLst>
        </pc:spChg>
        <pc:graphicFrameChg chg="mod">
          <ac:chgData name="A00304072: Kyle Heng" userId="7d93ab3f-b83e-41a3-b6cc-f6fdec0f02b7" providerId="ADAL" clId="{4EC450F6-2800-45C5-983B-B98FD146EA7A}" dt="2026-01-30T11:44:19.438" v="279"/>
          <ac:graphicFrameMkLst>
            <pc:docMk/>
            <pc:sldMk cId="2899145159" sldId="259"/>
            <ac:graphicFrameMk id="8" creationId="{F57DE2CC-C373-F77C-373A-55CDC2A72808}"/>
          </ac:graphicFrameMkLst>
        </pc:graphicFrameChg>
      </pc:sldChg>
      <pc:sldChg chg="modSp mod">
        <pc:chgData name="A00304072: Kyle Heng" userId="7d93ab3f-b83e-41a3-b6cc-f6fdec0f02b7" providerId="ADAL" clId="{4EC450F6-2800-45C5-983B-B98FD146EA7A}" dt="2026-01-30T11:57:45.137" v="410" actId="20577"/>
        <pc:sldMkLst>
          <pc:docMk/>
          <pc:sldMk cId="987786182" sldId="260"/>
        </pc:sldMkLst>
        <pc:spChg chg="mod">
          <ac:chgData name="A00304072: Kyle Heng" userId="7d93ab3f-b83e-41a3-b6cc-f6fdec0f02b7" providerId="ADAL" clId="{4EC450F6-2800-45C5-983B-B98FD146EA7A}" dt="2026-01-30T11:57:45.137" v="410" actId="20577"/>
          <ac:spMkLst>
            <pc:docMk/>
            <pc:sldMk cId="987786182" sldId="260"/>
            <ac:spMk id="13" creationId="{89E93350-BCDD-9754-3EBE-BB5BD693FD24}"/>
          </ac:spMkLst>
        </pc:spChg>
      </pc:sldChg>
      <pc:sldChg chg="addSp delSp modSp mod">
        <pc:chgData name="A00304072: Kyle Heng" userId="7d93ab3f-b83e-41a3-b6cc-f6fdec0f02b7" providerId="ADAL" clId="{4EC450F6-2800-45C5-983B-B98FD146EA7A}" dt="2026-01-30T11:26:56.019" v="71" actId="1076"/>
        <pc:sldMkLst>
          <pc:docMk/>
          <pc:sldMk cId="3014542849" sldId="261"/>
        </pc:sldMkLst>
        <pc:spChg chg="mod">
          <ac:chgData name="A00304072: Kyle Heng" userId="7d93ab3f-b83e-41a3-b6cc-f6fdec0f02b7" providerId="ADAL" clId="{4EC450F6-2800-45C5-983B-B98FD146EA7A}" dt="2026-01-30T11:26:45.546" v="68" actId="26606"/>
          <ac:spMkLst>
            <pc:docMk/>
            <pc:sldMk cId="3014542849" sldId="261"/>
            <ac:spMk id="2" creationId="{A563F899-6F03-3265-355D-C906A8817D23}"/>
          </ac:spMkLst>
        </pc:spChg>
        <pc:spChg chg="del">
          <ac:chgData name="A00304072: Kyle Heng" userId="7d93ab3f-b83e-41a3-b6cc-f6fdec0f02b7" providerId="ADAL" clId="{4EC450F6-2800-45C5-983B-B98FD146EA7A}" dt="2026-01-30T11:26:27.537" v="65" actId="26606"/>
          <ac:spMkLst>
            <pc:docMk/>
            <pc:sldMk cId="3014542849" sldId="261"/>
            <ac:spMk id="23" creationId="{19F9BF86-FE94-4517-B97D-026C7515E589}"/>
          </ac:spMkLst>
        </pc:spChg>
        <pc:spChg chg="add del">
          <ac:chgData name="A00304072: Kyle Heng" userId="7d93ab3f-b83e-41a3-b6cc-f6fdec0f02b7" providerId="ADAL" clId="{4EC450F6-2800-45C5-983B-B98FD146EA7A}" dt="2026-01-30T11:26:45.555" v="69" actId="26606"/>
          <ac:spMkLst>
            <pc:docMk/>
            <pc:sldMk cId="3014542849" sldId="261"/>
            <ac:spMk id="30" creationId="{19F9BF86-FE94-4517-B97D-026C7515E589}"/>
          </ac:spMkLst>
        </pc:spChg>
        <pc:spChg chg="add del">
          <ac:chgData name="A00304072: Kyle Heng" userId="7d93ab3f-b83e-41a3-b6cc-f6fdec0f02b7" providerId="ADAL" clId="{4EC450F6-2800-45C5-983B-B98FD146EA7A}" dt="2026-01-30T11:26:45.546" v="68" actId="26606"/>
          <ac:spMkLst>
            <pc:docMk/>
            <pc:sldMk cId="3014542849" sldId="261"/>
            <ac:spMk id="39" creationId="{19F9BF86-FE94-4517-B97D-026C7515E589}"/>
          </ac:spMkLst>
        </pc:spChg>
        <pc:spChg chg="add">
          <ac:chgData name="A00304072: Kyle Heng" userId="7d93ab3f-b83e-41a3-b6cc-f6fdec0f02b7" providerId="ADAL" clId="{4EC450F6-2800-45C5-983B-B98FD146EA7A}" dt="2026-01-30T11:26:45.555" v="69" actId="26606"/>
          <ac:spMkLst>
            <pc:docMk/>
            <pc:sldMk cId="3014542849" sldId="261"/>
            <ac:spMk id="44" creationId="{19F9BF86-FE94-4517-B97D-026C7515E589}"/>
          </ac:spMkLst>
        </pc:spChg>
        <pc:picChg chg="mod">
          <ac:chgData name="A00304072: Kyle Heng" userId="7d93ab3f-b83e-41a3-b6cc-f6fdec0f02b7" providerId="ADAL" clId="{4EC450F6-2800-45C5-983B-B98FD146EA7A}" dt="2026-01-30T11:26:56.019" v="71" actId="1076"/>
          <ac:picMkLst>
            <pc:docMk/>
            <pc:sldMk cId="3014542849" sldId="261"/>
            <ac:picMk id="5" creationId="{B9324D62-5C4E-4054-C6A3-65D6B6E15D94}"/>
          </ac:picMkLst>
        </pc:picChg>
        <pc:picChg chg="del">
          <ac:chgData name="A00304072: Kyle Heng" userId="7d93ab3f-b83e-41a3-b6cc-f6fdec0f02b7" providerId="ADAL" clId="{4EC450F6-2800-45C5-983B-B98FD146EA7A}" dt="2026-01-30T11:26:21.261" v="64" actId="478"/>
          <ac:picMkLst>
            <pc:docMk/>
            <pc:sldMk cId="3014542849" sldId="261"/>
            <ac:picMk id="7" creationId="{F4D4FE7D-B7FD-265E-20C8-DF724791CAD5}"/>
          </ac:picMkLst>
        </pc:picChg>
        <pc:cxnChg chg="del">
          <ac:chgData name="A00304072: Kyle Heng" userId="7d93ab3f-b83e-41a3-b6cc-f6fdec0f02b7" providerId="ADAL" clId="{4EC450F6-2800-45C5-983B-B98FD146EA7A}" dt="2026-01-30T11:26:27.537" v="65" actId="26606"/>
          <ac:cxnSpMkLst>
            <pc:docMk/>
            <pc:sldMk cId="3014542849" sldId="261"/>
            <ac:cxnSpMk id="21" creationId="{118E06E4-607B-144B-382B-AD3D06B1EE8C}"/>
          </ac:cxnSpMkLst>
        </pc:cxnChg>
        <pc:cxnChg chg="add del">
          <ac:chgData name="A00304072: Kyle Heng" userId="7d93ab3f-b83e-41a3-b6cc-f6fdec0f02b7" providerId="ADAL" clId="{4EC450F6-2800-45C5-983B-B98FD146EA7A}" dt="2026-01-30T11:26:45.555" v="69" actId="26606"/>
          <ac:cxnSpMkLst>
            <pc:docMk/>
            <pc:sldMk cId="3014542849" sldId="261"/>
            <ac:cxnSpMk id="28" creationId="{118E06E4-607B-144B-382B-AD3D06B1EE8C}"/>
          </ac:cxnSpMkLst>
        </pc:cxnChg>
        <pc:cxnChg chg="add del">
          <ac:chgData name="A00304072: Kyle Heng" userId="7d93ab3f-b83e-41a3-b6cc-f6fdec0f02b7" providerId="ADAL" clId="{4EC450F6-2800-45C5-983B-B98FD146EA7A}" dt="2026-01-30T11:26:45.555" v="69" actId="26606"/>
          <ac:cxnSpMkLst>
            <pc:docMk/>
            <pc:sldMk cId="3014542849" sldId="261"/>
            <ac:cxnSpMk id="32" creationId="{8CED01B4-40F2-4CAE-8062-1D4CE8454C35}"/>
          </ac:cxnSpMkLst>
        </pc:cxnChg>
        <pc:cxnChg chg="add del">
          <ac:chgData name="A00304072: Kyle Heng" userId="7d93ab3f-b83e-41a3-b6cc-f6fdec0f02b7" providerId="ADAL" clId="{4EC450F6-2800-45C5-983B-B98FD146EA7A}" dt="2026-01-30T11:26:45.546" v="68" actId="26606"/>
          <ac:cxnSpMkLst>
            <pc:docMk/>
            <pc:sldMk cId="3014542849" sldId="261"/>
            <ac:cxnSpMk id="37" creationId="{118E06E4-607B-144B-382B-AD3D06B1EE8C}"/>
          </ac:cxnSpMkLst>
        </pc:cxnChg>
        <pc:cxnChg chg="add del">
          <ac:chgData name="A00304072: Kyle Heng" userId="7d93ab3f-b83e-41a3-b6cc-f6fdec0f02b7" providerId="ADAL" clId="{4EC450F6-2800-45C5-983B-B98FD146EA7A}" dt="2026-01-30T11:26:45.546" v="68" actId="26606"/>
          <ac:cxnSpMkLst>
            <pc:docMk/>
            <pc:sldMk cId="3014542849" sldId="261"/>
            <ac:cxnSpMk id="41" creationId="{59D7B6BE-A4E0-4483-BEC5-493AC3E5D2AD}"/>
          </ac:cxnSpMkLst>
        </pc:cxnChg>
        <pc:cxnChg chg="add">
          <ac:chgData name="A00304072: Kyle Heng" userId="7d93ab3f-b83e-41a3-b6cc-f6fdec0f02b7" providerId="ADAL" clId="{4EC450F6-2800-45C5-983B-B98FD146EA7A}" dt="2026-01-30T11:26:45.555" v="69" actId="26606"/>
          <ac:cxnSpMkLst>
            <pc:docMk/>
            <pc:sldMk cId="3014542849" sldId="261"/>
            <ac:cxnSpMk id="43" creationId="{118E06E4-607B-144B-382B-AD3D06B1EE8C}"/>
          </ac:cxnSpMkLst>
        </pc:cxnChg>
        <pc:cxnChg chg="add">
          <ac:chgData name="A00304072: Kyle Heng" userId="7d93ab3f-b83e-41a3-b6cc-f6fdec0f02b7" providerId="ADAL" clId="{4EC450F6-2800-45C5-983B-B98FD146EA7A}" dt="2026-01-30T11:26:45.555" v="69" actId="26606"/>
          <ac:cxnSpMkLst>
            <pc:docMk/>
            <pc:sldMk cId="3014542849" sldId="261"/>
            <ac:cxnSpMk id="45" creationId="{8CED01B4-40F2-4CAE-8062-1D4CE8454C35}"/>
          </ac:cxnSpMkLst>
        </pc:cxnChg>
      </pc:sldChg>
      <pc:sldChg chg="addSp delSp modSp mod">
        <pc:chgData name="A00304072: Kyle Heng" userId="7d93ab3f-b83e-41a3-b6cc-f6fdec0f02b7" providerId="ADAL" clId="{4EC450F6-2800-45C5-983B-B98FD146EA7A}" dt="2026-01-30T12:13:55.530" v="423" actId="1076"/>
        <pc:sldMkLst>
          <pc:docMk/>
          <pc:sldMk cId="2068023977" sldId="262"/>
        </pc:sldMkLst>
        <pc:spChg chg="add del mod">
          <ac:chgData name="A00304072: Kyle Heng" userId="7d93ab3f-b83e-41a3-b6cc-f6fdec0f02b7" providerId="ADAL" clId="{4EC450F6-2800-45C5-983B-B98FD146EA7A}" dt="2026-01-30T12:13:08.741" v="414" actId="478"/>
          <ac:spMkLst>
            <pc:docMk/>
            <pc:sldMk cId="2068023977" sldId="262"/>
            <ac:spMk id="3" creationId="{EA6541D3-992A-E304-739D-53599A187618}"/>
          </ac:spMkLst>
        </pc:spChg>
        <pc:spChg chg="del">
          <ac:chgData name="A00304072: Kyle Heng" userId="7d93ab3f-b83e-41a3-b6cc-f6fdec0f02b7" providerId="ADAL" clId="{4EC450F6-2800-45C5-983B-B98FD146EA7A}" dt="2026-01-30T12:13:06.755" v="413" actId="478"/>
          <ac:spMkLst>
            <pc:docMk/>
            <pc:sldMk cId="2068023977" sldId="262"/>
            <ac:spMk id="8" creationId="{31E32B56-9ABB-D440-0851-C208067EBC37}"/>
          </ac:spMkLst>
        </pc:spChg>
        <pc:picChg chg="mod">
          <ac:chgData name="A00304072: Kyle Heng" userId="7d93ab3f-b83e-41a3-b6cc-f6fdec0f02b7" providerId="ADAL" clId="{4EC450F6-2800-45C5-983B-B98FD146EA7A}" dt="2026-01-30T12:13:55.530" v="423" actId="1076"/>
          <ac:picMkLst>
            <pc:docMk/>
            <pc:sldMk cId="2068023977" sldId="262"/>
            <ac:picMk id="7" creationId="{A1B9C95A-F0DF-CFBE-4691-6F36987E1EFA}"/>
          </ac:picMkLst>
        </pc:picChg>
      </pc:sldChg>
      <pc:sldChg chg="addSp delSp modSp mod">
        <pc:chgData name="A00304072: Kyle Heng" userId="7d93ab3f-b83e-41a3-b6cc-f6fdec0f02b7" providerId="ADAL" clId="{4EC450F6-2800-45C5-983B-B98FD146EA7A}" dt="2026-01-30T12:15:06.487" v="429" actId="20577"/>
        <pc:sldMkLst>
          <pc:docMk/>
          <pc:sldMk cId="587756263" sldId="263"/>
        </pc:sldMkLst>
        <pc:spChg chg="mod">
          <ac:chgData name="A00304072: Kyle Heng" userId="7d93ab3f-b83e-41a3-b6cc-f6fdec0f02b7" providerId="ADAL" clId="{4EC450F6-2800-45C5-983B-B98FD146EA7A}" dt="2026-01-30T11:36:11.349" v="160" actId="26606"/>
          <ac:spMkLst>
            <pc:docMk/>
            <pc:sldMk cId="587756263" sldId="263"/>
            <ac:spMk id="2" creationId="{FE11C03B-A8E8-F4AA-3F55-282BF5ECF093}"/>
          </ac:spMkLst>
        </pc:spChg>
        <pc:spChg chg="mod">
          <ac:chgData name="A00304072: Kyle Heng" userId="7d93ab3f-b83e-41a3-b6cc-f6fdec0f02b7" providerId="ADAL" clId="{4EC450F6-2800-45C5-983B-B98FD146EA7A}" dt="2026-01-30T12:15:06.487" v="429" actId="20577"/>
          <ac:spMkLst>
            <pc:docMk/>
            <pc:sldMk cId="587756263" sldId="263"/>
            <ac:spMk id="3" creationId="{BC353431-9149-FEA6-7D68-76005263F119}"/>
          </ac:spMkLst>
        </pc:spChg>
        <pc:spChg chg="del">
          <ac:chgData name="A00304072: Kyle Heng" userId="7d93ab3f-b83e-41a3-b6cc-f6fdec0f02b7" providerId="ADAL" clId="{4EC450F6-2800-45C5-983B-B98FD146EA7A}" dt="2026-01-30T11:36:11.349" v="160" actId="26606"/>
          <ac:spMkLst>
            <pc:docMk/>
            <pc:sldMk cId="587756263" sldId="263"/>
            <ac:spMk id="16" creationId="{8FCE029E-5073-4498-8104-8427AA987352}"/>
          </ac:spMkLst>
        </pc:spChg>
        <pc:spChg chg="add">
          <ac:chgData name="A00304072: Kyle Heng" userId="7d93ab3f-b83e-41a3-b6cc-f6fdec0f02b7" providerId="ADAL" clId="{4EC450F6-2800-45C5-983B-B98FD146EA7A}" dt="2026-01-30T11:36:11.349" v="160" actId="26606"/>
          <ac:spMkLst>
            <pc:docMk/>
            <pc:sldMk cId="587756263" sldId="263"/>
            <ac:spMk id="23" creationId="{744CAA32-F237-419C-A2DD-43C28D920D3C}"/>
          </ac:spMkLst>
        </pc:spChg>
        <pc:picChg chg="mod">
          <ac:chgData name="A00304072: Kyle Heng" userId="7d93ab3f-b83e-41a3-b6cc-f6fdec0f02b7" providerId="ADAL" clId="{4EC450F6-2800-45C5-983B-B98FD146EA7A}" dt="2026-01-30T11:36:11.349" v="160" actId="26606"/>
          <ac:picMkLst>
            <pc:docMk/>
            <pc:sldMk cId="587756263" sldId="263"/>
            <ac:picMk id="5" creationId="{269D5793-EF54-7B4D-3189-4708568BD12A}"/>
          </ac:picMkLst>
        </pc:picChg>
        <pc:cxnChg chg="del">
          <ac:chgData name="A00304072: Kyle Heng" userId="7d93ab3f-b83e-41a3-b6cc-f6fdec0f02b7" providerId="ADAL" clId="{4EC450F6-2800-45C5-983B-B98FD146EA7A}" dt="2026-01-30T11:36:11.349" v="160" actId="26606"/>
          <ac:cxnSpMkLst>
            <pc:docMk/>
            <pc:sldMk cId="587756263" sldId="263"/>
            <ac:cxnSpMk id="18" creationId="{BEFF515C-2521-4964-9DAC-2BFB8EC86AE4}"/>
          </ac:cxnSpMkLst>
        </pc:cxnChg>
        <pc:cxnChg chg="add">
          <ac:chgData name="A00304072: Kyle Heng" userId="7d93ab3f-b83e-41a3-b6cc-f6fdec0f02b7" providerId="ADAL" clId="{4EC450F6-2800-45C5-983B-B98FD146EA7A}" dt="2026-01-30T11:36:11.349" v="160" actId="26606"/>
          <ac:cxnSpMkLst>
            <pc:docMk/>
            <pc:sldMk cId="587756263" sldId="263"/>
            <ac:cxnSpMk id="25" creationId="{691422F5-4221-4812-AFD9-5479C6D60AD9}"/>
          </ac:cxnSpMkLst>
        </pc:cxnChg>
      </pc:sldChg>
      <pc:sldChg chg="del">
        <pc:chgData name="A00304072: Kyle Heng" userId="7d93ab3f-b83e-41a3-b6cc-f6fdec0f02b7" providerId="ADAL" clId="{4EC450F6-2800-45C5-983B-B98FD146EA7A}" dt="2026-01-30T11:31:49.731" v="149" actId="47"/>
        <pc:sldMkLst>
          <pc:docMk/>
          <pc:sldMk cId="2809140135" sldId="264"/>
        </pc:sldMkLst>
      </pc:sldChg>
      <pc:sldChg chg="addSp delSp modSp new mod setBg">
        <pc:chgData name="A00304072: Kyle Heng" userId="7d93ab3f-b83e-41a3-b6cc-f6fdec0f02b7" providerId="ADAL" clId="{4EC450F6-2800-45C5-983B-B98FD146EA7A}" dt="2026-01-30T12:10:28.299" v="412" actId="20577"/>
        <pc:sldMkLst>
          <pc:docMk/>
          <pc:sldMk cId="2313151642" sldId="265"/>
        </pc:sldMkLst>
        <pc:spChg chg="mod">
          <ac:chgData name="A00304072: Kyle Heng" userId="7d93ab3f-b83e-41a3-b6cc-f6fdec0f02b7" providerId="ADAL" clId="{4EC450F6-2800-45C5-983B-B98FD146EA7A}" dt="2026-01-30T12:10:28.299" v="412" actId="20577"/>
          <ac:spMkLst>
            <pc:docMk/>
            <pc:sldMk cId="2313151642" sldId="265"/>
            <ac:spMk id="2" creationId="{93FCDF9A-35C5-4309-9963-9A7013E3FC8C}"/>
          </ac:spMkLst>
        </pc:spChg>
        <pc:spChg chg="del">
          <ac:chgData name="A00304072: Kyle Heng" userId="7d93ab3f-b83e-41a3-b6cc-f6fdec0f02b7" providerId="ADAL" clId="{4EC450F6-2800-45C5-983B-B98FD146EA7A}" dt="2026-01-30T11:22:20.527" v="41" actId="478"/>
          <ac:spMkLst>
            <pc:docMk/>
            <pc:sldMk cId="2313151642" sldId="265"/>
            <ac:spMk id="3" creationId="{9C4F5673-3AD7-5959-2050-FE13D279E226}"/>
          </ac:spMkLst>
        </pc:spChg>
        <pc:spChg chg="add del">
          <ac:chgData name="A00304072: Kyle Heng" userId="7d93ab3f-b83e-41a3-b6cc-f6fdec0f02b7" providerId="ADAL" clId="{4EC450F6-2800-45C5-983B-B98FD146EA7A}" dt="2026-01-30T11:22:54.588" v="59" actId="26606"/>
          <ac:spMkLst>
            <pc:docMk/>
            <pc:sldMk cId="2313151642" sldId="265"/>
            <ac:spMk id="12" creationId="{19F9BF86-FE94-4517-B97D-026C7515E589}"/>
          </ac:spMkLst>
        </pc:spChg>
        <pc:spChg chg="add del">
          <ac:chgData name="A00304072: Kyle Heng" userId="7d93ab3f-b83e-41a3-b6cc-f6fdec0f02b7" providerId="ADAL" clId="{4EC450F6-2800-45C5-983B-B98FD146EA7A}" dt="2026-01-30T11:22:54.576" v="58" actId="26606"/>
          <ac:spMkLst>
            <pc:docMk/>
            <pc:sldMk cId="2313151642" sldId="265"/>
            <ac:spMk id="21" creationId="{19F9BF86-FE94-4517-B97D-026C7515E589}"/>
          </ac:spMkLst>
        </pc:spChg>
        <pc:spChg chg="add del">
          <ac:chgData name="A00304072: Kyle Heng" userId="7d93ab3f-b83e-41a3-b6cc-f6fdec0f02b7" providerId="ADAL" clId="{4EC450F6-2800-45C5-983B-B98FD146EA7A}" dt="2026-01-30T11:23:07.206" v="62" actId="26606"/>
          <ac:spMkLst>
            <pc:docMk/>
            <pc:sldMk cId="2313151642" sldId="265"/>
            <ac:spMk id="26" creationId="{19F9BF86-FE94-4517-B97D-026C7515E589}"/>
          </ac:spMkLst>
        </pc:spChg>
        <pc:spChg chg="add del">
          <ac:chgData name="A00304072: Kyle Heng" userId="7d93ab3f-b83e-41a3-b6cc-f6fdec0f02b7" providerId="ADAL" clId="{4EC450F6-2800-45C5-983B-B98FD146EA7A}" dt="2026-01-30T11:23:07.198" v="61" actId="26606"/>
          <ac:spMkLst>
            <pc:docMk/>
            <pc:sldMk cId="2313151642" sldId="265"/>
            <ac:spMk id="34" creationId="{19F9BF86-FE94-4517-B97D-026C7515E589}"/>
          </ac:spMkLst>
        </pc:spChg>
        <pc:spChg chg="add del">
          <ac:chgData name="A00304072: Kyle Heng" userId="7d93ab3f-b83e-41a3-b6cc-f6fdec0f02b7" providerId="ADAL" clId="{4EC450F6-2800-45C5-983B-B98FD146EA7A}" dt="2026-01-30T11:23:16.239" v="63" actId="26606"/>
          <ac:spMkLst>
            <pc:docMk/>
            <pc:sldMk cId="2313151642" sldId="265"/>
            <ac:spMk id="39" creationId="{19F9BF86-FE94-4517-B97D-026C7515E589}"/>
          </ac:spMkLst>
        </pc:spChg>
        <pc:spChg chg="add">
          <ac:chgData name="A00304072: Kyle Heng" userId="7d93ab3f-b83e-41a3-b6cc-f6fdec0f02b7" providerId="ADAL" clId="{4EC450F6-2800-45C5-983B-B98FD146EA7A}" dt="2026-01-30T11:23:16.239" v="63" actId="26606"/>
          <ac:spMkLst>
            <pc:docMk/>
            <pc:sldMk cId="2313151642" sldId="265"/>
            <ac:spMk id="47" creationId="{19F9BF86-FE94-4517-B97D-026C7515E589}"/>
          </ac:spMkLst>
        </pc:spChg>
        <pc:picChg chg="add mod">
          <ac:chgData name="A00304072: Kyle Heng" userId="7d93ab3f-b83e-41a3-b6cc-f6fdec0f02b7" providerId="ADAL" clId="{4EC450F6-2800-45C5-983B-B98FD146EA7A}" dt="2026-01-30T11:23:16.239" v="63" actId="26606"/>
          <ac:picMkLst>
            <pc:docMk/>
            <pc:sldMk cId="2313151642" sldId="265"/>
            <ac:picMk id="5" creationId="{91D6B2A4-3959-F99B-E810-A4B64C600BBD}"/>
          </ac:picMkLst>
        </pc:picChg>
        <pc:cxnChg chg="add del">
          <ac:chgData name="A00304072: Kyle Heng" userId="7d93ab3f-b83e-41a3-b6cc-f6fdec0f02b7" providerId="ADAL" clId="{4EC450F6-2800-45C5-983B-B98FD146EA7A}" dt="2026-01-30T11:22:54.588" v="59" actId="26606"/>
          <ac:cxnSpMkLst>
            <pc:docMk/>
            <pc:sldMk cId="2313151642" sldId="265"/>
            <ac:cxnSpMk id="10" creationId="{118E06E4-607B-144B-382B-AD3D06B1EE8C}"/>
          </ac:cxnSpMkLst>
        </pc:cxnChg>
        <pc:cxnChg chg="add del">
          <ac:chgData name="A00304072: Kyle Heng" userId="7d93ab3f-b83e-41a3-b6cc-f6fdec0f02b7" providerId="ADAL" clId="{4EC450F6-2800-45C5-983B-B98FD146EA7A}" dt="2026-01-30T11:22:54.588" v="59" actId="26606"/>
          <ac:cxnSpMkLst>
            <pc:docMk/>
            <pc:sldMk cId="2313151642" sldId="265"/>
            <ac:cxnSpMk id="14" creationId="{59D7B6BE-A4E0-4483-BEC5-493AC3E5D2AD}"/>
          </ac:cxnSpMkLst>
        </pc:cxnChg>
        <pc:cxnChg chg="add del">
          <ac:chgData name="A00304072: Kyle Heng" userId="7d93ab3f-b83e-41a3-b6cc-f6fdec0f02b7" providerId="ADAL" clId="{4EC450F6-2800-45C5-983B-B98FD146EA7A}" dt="2026-01-30T11:22:54.576" v="58" actId="26606"/>
          <ac:cxnSpMkLst>
            <pc:docMk/>
            <pc:sldMk cId="2313151642" sldId="265"/>
            <ac:cxnSpMk id="19" creationId="{118E06E4-607B-144B-382B-AD3D06B1EE8C}"/>
          </ac:cxnSpMkLst>
        </pc:cxnChg>
        <pc:cxnChg chg="add del">
          <ac:chgData name="A00304072: Kyle Heng" userId="7d93ab3f-b83e-41a3-b6cc-f6fdec0f02b7" providerId="ADAL" clId="{4EC450F6-2800-45C5-983B-B98FD146EA7A}" dt="2026-01-30T11:22:54.576" v="58" actId="26606"/>
          <ac:cxnSpMkLst>
            <pc:docMk/>
            <pc:sldMk cId="2313151642" sldId="265"/>
            <ac:cxnSpMk id="23" creationId="{426B4E86-32C4-273A-1ADF-6B44243549D7}"/>
          </ac:cxnSpMkLst>
        </pc:cxnChg>
        <pc:cxnChg chg="add del">
          <ac:chgData name="A00304072: Kyle Heng" userId="7d93ab3f-b83e-41a3-b6cc-f6fdec0f02b7" providerId="ADAL" clId="{4EC450F6-2800-45C5-983B-B98FD146EA7A}" dt="2026-01-30T11:23:07.206" v="62" actId="26606"/>
          <ac:cxnSpMkLst>
            <pc:docMk/>
            <pc:sldMk cId="2313151642" sldId="265"/>
            <ac:cxnSpMk id="25" creationId="{118E06E4-607B-144B-382B-AD3D06B1EE8C}"/>
          </ac:cxnSpMkLst>
        </pc:cxnChg>
        <pc:cxnChg chg="add del">
          <ac:chgData name="A00304072: Kyle Heng" userId="7d93ab3f-b83e-41a3-b6cc-f6fdec0f02b7" providerId="ADAL" clId="{4EC450F6-2800-45C5-983B-B98FD146EA7A}" dt="2026-01-30T11:23:07.206" v="62" actId="26606"/>
          <ac:cxnSpMkLst>
            <pc:docMk/>
            <pc:sldMk cId="2313151642" sldId="265"/>
            <ac:cxnSpMk id="27" creationId="{8CED01B4-40F2-4CAE-8062-1D4CE8454C35}"/>
          </ac:cxnSpMkLst>
        </pc:cxnChg>
        <pc:cxnChg chg="add del">
          <ac:chgData name="A00304072: Kyle Heng" userId="7d93ab3f-b83e-41a3-b6cc-f6fdec0f02b7" providerId="ADAL" clId="{4EC450F6-2800-45C5-983B-B98FD146EA7A}" dt="2026-01-30T11:23:07.198" v="61" actId="26606"/>
          <ac:cxnSpMkLst>
            <pc:docMk/>
            <pc:sldMk cId="2313151642" sldId="265"/>
            <ac:cxnSpMk id="32" creationId="{118E06E4-607B-144B-382B-AD3D06B1EE8C}"/>
          </ac:cxnSpMkLst>
        </pc:cxnChg>
        <pc:cxnChg chg="add del">
          <ac:chgData name="A00304072: Kyle Heng" userId="7d93ab3f-b83e-41a3-b6cc-f6fdec0f02b7" providerId="ADAL" clId="{4EC450F6-2800-45C5-983B-B98FD146EA7A}" dt="2026-01-30T11:23:07.198" v="61" actId="26606"/>
          <ac:cxnSpMkLst>
            <pc:docMk/>
            <pc:sldMk cId="2313151642" sldId="265"/>
            <ac:cxnSpMk id="36" creationId="{8CED01B4-40F2-4CAE-8062-1D4CE8454C35}"/>
          </ac:cxnSpMkLst>
        </pc:cxnChg>
        <pc:cxnChg chg="add del">
          <ac:chgData name="A00304072: Kyle Heng" userId="7d93ab3f-b83e-41a3-b6cc-f6fdec0f02b7" providerId="ADAL" clId="{4EC450F6-2800-45C5-983B-B98FD146EA7A}" dt="2026-01-30T11:23:16.239" v="63" actId="26606"/>
          <ac:cxnSpMkLst>
            <pc:docMk/>
            <pc:sldMk cId="2313151642" sldId="265"/>
            <ac:cxnSpMk id="38" creationId="{118E06E4-607B-144B-382B-AD3D06B1EE8C}"/>
          </ac:cxnSpMkLst>
        </pc:cxnChg>
        <pc:cxnChg chg="add del">
          <ac:chgData name="A00304072: Kyle Heng" userId="7d93ab3f-b83e-41a3-b6cc-f6fdec0f02b7" providerId="ADAL" clId="{4EC450F6-2800-45C5-983B-B98FD146EA7A}" dt="2026-01-30T11:23:16.239" v="63" actId="26606"/>
          <ac:cxnSpMkLst>
            <pc:docMk/>
            <pc:sldMk cId="2313151642" sldId="265"/>
            <ac:cxnSpMk id="40" creationId="{87534CB3-4CA5-DDD2-D519-C4A714A689D2}"/>
          </ac:cxnSpMkLst>
        </pc:cxnChg>
        <pc:cxnChg chg="add">
          <ac:chgData name="A00304072: Kyle Heng" userId="7d93ab3f-b83e-41a3-b6cc-f6fdec0f02b7" providerId="ADAL" clId="{4EC450F6-2800-45C5-983B-B98FD146EA7A}" dt="2026-01-30T11:23:16.239" v="63" actId="26606"/>
          <ac:cxnSpMkLst>
            <pc:docMk/>
            <pc:sldMk cId="2313151642" sldId="265"/>
            <ac:cxnSpMk id="45" creationId="{118E06E4-607B-144B-382B-AD3D06B1EE8C}"/>
          </ac:cxnSpMkLst>
        </pc:cxnChg>
        <pc:cxnChg chg="add">
          <ac:chgData name="A00304072: Kyle Heng" userId="7d93ab3f-b83e-41a3-b6cc-f6fdec0f02b7" providerId="ADAL" clId="{4EC450F6-2800-45C5-983B-B98FD146EA7A}" dt="2026-01-30T11:23:16.239" v="63" actId="26606"/>
          <ac:cxnSpMkLst>
            <pc:docMk/>
            <pc:sldMk cId="2313151642" sldId="265"/>
            <ac:cxnSpMk id="49" creationId="{8CED01B4-40F2-4CAE-8062-1D4CE8454C35}"/>
          </ac:cxnSpMkLst>
        </pc:cxnChg>
      </pc:sldChg>
      <pc:sldChg chg="addSp delSp modSp new mod setBg">
        <pc:chgData name="A00304072: Kyle Heng" userId="7d93ab3f-b83e-41a3-b6cc-f6fdec0f02b7" providerId="ADAL" clId="{4EC450F6-2800-45C5-983B-B98FD146EA7A}" dt="2026-01-30T11:28:07.992" v="103" actId="26606"/>
        <pc:sldMkLst>
          <pc:docMk/>
          <pc:sldMk cId="2502505127" sldId="266"/>
        </pc:sldMkLst>
        <pc:spChg chg="mod">
          <ac:chgData name="A00304072: Kyle Heng" userId="7d93ab3f-b83e-41a3-b6cc-f6fdec0f02b7" providerId="ADAL" clId="{4EC450F6-2800-45C5-983B-B98FD146EA7A}" dt="2026-01-30T11:28:07.992" v="103" actId="26606"/>
          <ac:spMkLst>
            <pc:docMk/>
            <pc:sldMk cId="2502505127" sldId="266"/>
            <ac:spMk id="2" creationId="{E2C568E2-618D-81DA-1291-DD5A4F1DAC72}"/>
          </ac:spMkLst>
        </pc:spChg>
        <pc:spChg chg="del">
          <ac:chgData name="A00304072: Kyle Heng" userId="7d93ab3f-b83e-41a3-b6cc-f6fdec0f02b7" providerId="ADAL" clId="{4EC450F6-2800-45C5-983B-B98FD146EA7A}" dt="2026-01-30T11:27:43.998" v="99" actId="478"/>
          <ac:spMkLst>
            <pc:docMk/>
            <pc:sldMk cId="2502505127" sldId="266"/>
            <ac:spMk id="3" creationId="{3CA8C2AC-3E2E-FA87-A6B6-1FE0A7E93437}"/>
          </ac:spMkLst>
        </pc:spChg>
        <pc:spChg chg="add">
          <ac:chgData name="A00304072: Kyle Heng" userId="7d93ab3f-b83e-41a3-b6cc-f6fdec0f02b7" providerId="ADAL" clId="{4EC450F6-2800-45C5-983B-B98FD146EA7A}" dt="2026-01-30T11:28:07.992" v="103" actId="26606"/>
          <ac:spMkLst>
            <pc:docMk/>
            <pc:sldMk cId="2502505127" sldId="266"/>
            <ac:spMk id="12" creationId="{19F9BF86-FE94-4517-B97D-026C7515E589}"/>
          </ac:spMkLst>
        </pc:spChg>
        <pc:picChg chg="add mod">
          <ac:chgData name="A00304072: Kyle Heng" userId="7d93ab3f-b83e-41a3-b6cc-f6fdec0f02b7" providerId="ADAL" clId="{4EC450F6-2800-45C5-983B-B98FD146EA7A}" dt="2026-01-30T11:28:07.992" v="103" actId="26606"/>
          <ac:picMkLst>
            <pc:docMk/>
            <pc:sldMk cId="2502505127" sldId="266"/>
            <ac:picMk id="5" creationId="{7D75410A-A211-5DE9-D389-BAD1037ABC7A}"/>
          </ac:picMkLst>
        </pc:picChg>
        <pc:cxnChg chg="add">
          <ac:chgData name="A00304072: Kyle Heng" userId="7d93ab3f-b83e-41a3-b6cc-f6fdec0f02b7" providerId="ADAL" clId="{4EC450F6-2800-45C5-983B-B98FD146EA7A}" dt="2026-01-30T11:28:07.992" v="103" actId="26606"/>
          <ac:cxnSpMkLst>
            <pc:docMk/>
            <pc:sldMk cId="2502505127" sldId="266"/>
            <ac:cxnSpMk id="10" creationId="{118E06E4-607B-144B-382B-AD3D06B1EE8C}"/>
          </ac:cxnSpMkLst>
        </pc:cxnChg>
        <pc:cxnChg chg="add">
          <ac:chgData name="A00304072: Kyle Heng" userId="7d93ab3f-b83e-41a3-b6cc-f6fdec0f02b7" providerId="ADAL" clId="{4EC450F6-2800-45C5-983B-B98FD146EA7A}" dt="2026-01-30T11:28:07.992" v="103" actId="26606"/>
          <ac:cxnSpMkLst>
            <pc:docMk/>
            <pc:sldMk cId="2502505127" sldId="266"/>
            <ac:cxnSpMk id="14" creationId="{8CED01B4-40F2-4CAE-8062-1D4CE8454C35}"/>
          </ac:cxnSpMkLst>
        </pc:cxnChg>
      </pc:sldChg>
      <pc:sldChg chg="addSp delSp modSp new mod setBg">
        <pc:chgData name="A00304072: Kyle Heng" userId="7d93ab3f-b83e-41a3-b6cc-f6fdec0f02b7" providerId="ADAL" clId="{4EC450F6-2800-45C5-983B-B98FD146EA7A}" dt="2026-01-30T11:30:09.700" v="126" actId="20577"/>
        <pc:sldMkLst>
          <pc:docMk/>
          <pc:sldMk cId="211413331" sldId="267"/>
        </pc:sldMkLst>
        <pc:spChg chg="mod">
          <ac:chgData name="A00304072: Kyle Heng" userId="7d93ab3f-b83e-41a3-b6cc-f6fdec0f02b7" providerId="ADAL" clId="{4EC450F6-2800-45C5-983B-B98FD146EA7A}" dt="2026-01-30T11:30:09.700" v="126" actId="20577"/>
          <ac:spMkLst>
            <pc:docMk/>
            <pc:sldMk cId="211413331" sldId="267"/>
            <ac:spMk id="2" creationId="{AAC8042D-930A-0FBD-3991-C8B086A62335}"/>
          </ac:spMkLst>
        </pc:spChg>
        <pc:spChg chg="del">
          <ac:chgData name="A00304072: Kyle Heng" userId="7d93ab3f-b83e-41a3-b6cc-f6fdec0f02b7" providerId="ADAL" clId="{4EC450F6-2800-45C5-983B-B98FD146EA7A}" dt="2026-01-30T11:29:15.647" v="112" actId="478"/>
          <ac:spMkLst>
            <pc:docMk/>
            <pc:sldMk cId="211413331" sldId="267"/>
            <ac:spMk id="3" creationId="{42068320-26C9-A7C4-BE44-82C8AAE0205A}"/>
          </ac:spMkLst>
        </pc:spChg>
        <pc:spChg chg="add">
          <ac:chgData name="A00304072: Kyle Heng" userId="7d93ab3f-b83e-41a3-b6cc-f6fdec0f02b7" providerId="ADAL" clId="{4EC450F6-2800-45C5-983B-B98FD146EA7A}" dt="2026-01-30T11:30:01.694" v="114" actId="26606"/>
          <ac:spMkLst>
            <pc:docMk/>
            <pc:sldMk cId="211413331" sldId="267"/>
            <ac:spMk id="12" creationId="{19F9BF86-FE94-4517-B97D-026C7515E589}"/>
          </ac:spMkLst>
        </pc:spChg>
        <pc:picChg chg="add mod">
          <ac:chgData name="A00304072: Kyle Heng" userId="7d93ab3f-b83e-41a3-b6cc-f6fdec0f02b7" providerId="ADAL" clId="{4EC450F6-2800-45C5-983B-B98FD146EA7A}" dt="2026-01-30T11:30:01.694" v="114" actId="26606"/>
          <ac:picMkLst>
            <pc:docMk/>
            <pc:sldMk cId="211413331" sldId="267"/>
            <ac:picMk id="5" creationId="{C8BB96F6-63CC-ABB3-E4D0-ABE9A54105BF}"/>
          </ac:picMkLst>
        </pc:picChg>
        <pc:cxnChg chg="add">
          <ac:chgData name="A00304072: Kyle Heng" userId="7d93ab3f-b83e-41a3-b6cc-f6fdec0f02b7" providerId="ADAL" clId="{4EC450F6-2800-45C5-983B-B98FD146EA7A}" dt="2026-01-30T11:30:01.694" v="114" actId="26606"/>
          <ac:cxnSpMkLst>
            <pc:docMk/>
            <pc:sldMk cId="211413331" sldId="267"/>
            <ac:cxnSpMk id="10" creationId="{118E06E4-607B-144B-382B-AD3D06B1EE8C}"/>
          </ac:cxnSpMkLst>
        </pc:cxnChg>
        <pc:cxnChg chg="add">
          <ac:chgData name="A00304072: Kyle Heng" userId="7d93ab3f-b83e-41a3-b6cc-f6fdec0f02b7" providerId="ADAL" clId="{4EC450F6-2800-45C5-983B-B98FD146EA7A}" dt="2026-01-30T11:30:01.694" v="114" actId="26606"/>
          <ac:cxnSpMkLst>
            <pc:docMk/>
            <pc:sldMk cId="211413331" sldId="267"/>
            <ac:cxnSpMk id="14" creationId="{8CED01B4-40F2-4CAE-8062-1D4CE8454C35}"/>
          </ac:cxnSpMkLst>
        </pc:cxnChg>
      </pc:sldChg>
      <pc:sldChg chg="addSp delSp modSp new mod setBg">
        <pc:chgData name="A00304072: Kyle Heng" userId="7d93ab3f-b83e-41a3-b6cc-f6fdec0f02b7" providerId="ADAL" clId="{4EC450F6-2800-45C5-983B-B98FD146EA7A}" dt="2026-01-30T11:31:23.620" v="148" actId="26606"/>
        <pc:sldMkLst>
          <pc:docMk/>
          <pc:sldMk cId="4085102364" sldId="268"/>
        </pc:sldMkLst>
        <pc:spChg chg="mod">
          <ac:chgData name="A00304072: Kyle Heng" userId="7d93ab3f-b83e-41a3-b6cc-f6fdec0f02b7" providerId="ADAL" clId="{4EC450F6-2800-45C5-983B-B98FD146EA7A}" dt="2026-01-30T11:31:23.620" v="148" actId="26606"/>
          <ac:spMkLst>
            <pc:docMk/>
            <pc:sldMk cId="4085102364" sldId="268"/>
            <ac:spMk id="2" creationId="{DFE86968-5385-77DD-1C0D-9C547F560B7A}"/>
          </ac:spMkLst>
        </pc:spChg>
        <pc:spChg chg="del">
          <ac:chgData name="A00304072: Kyle Heng" userId="7d93ab3f-b83e-41a3-b6cc-f6fdec0f02b7" providerId="ADAL" clId="{4EC450F6-2800-45C5-983B-B98FD146EA7A}" dt="2026-01-30T11:30:42.506" v="145" actId="478"/>
          <ac:spMkLst>
            <pc:docMk/>
            <pc:sldMk cId="4085102364" sldId="268"/>
            <ac:spMk id="3" creationId="{7FFFBC94-0BD8-3360-9EFF-F2816E9381AC}"/>
          </ac:spMkLst>
        </pc:spChg>
        <pc:spChg chg="add del">
          <ac:chgData name="A00304072: Kyle Heng" userId="7d93ab3f-b83e-41a3-b6cc-f6fdec0f02b7" providerId="ADAL" clId="{4EC450F6-2800-45C5-983B-B98FD146EA7A}" dt="2026-01-30T11:31:23.620" v="148" actId="26606"/>
          <ac:spMkLst>
            <pc:docMk/>
            <pc:sldMk cId="4085102364" sldId="268"/>
            <ac:spMk id="12" creationId="{19F9BF86-FE94-4517-B97D-026C7515E589}"/>
          </ac:spMkLst>
        </pc:spChg>
        <pc:spChg chg="add">
          <ac:chgData name="A00304072: Kyle Heng" userId="7d93ab3f-b83e-41a3-b6cc-f6fdec0f02b7" providerId="ADAL" clId="{4EC450F6-2800-45C5-983B-B98FD146EA7A}" dt="2026-01-30T11:31:23.620" v="148" actId="26606"/>
          <ac:spMkLst>
            <pc:docMk/>
            <pc:sldMk cId="4085102364" sldId="268"/>
            <ac:spMk id="21" creationId="{19F9BF86-FE94-4517-B97D-026C7515E589}"/>
          </ac:spMkLst>
        </pc:spChg>
        <pc:picChg chg="add mod">
          <ac:chgData name="A00304072: Kyle Heng" userId="7d93ab3f-b83e-41a3-b6cc-f6fdec0f02b7" providerId="ADAL" clId="{4EC450F6-2800-45C5-983B-B98FD146EA7A}" dt="2026-01-30T11:31:23.620" v="148" actId="26606"/>
          <ac:picMkLst>
            <pc:docMk/>
            <pc:sldMk cId="4085102364" sldId="268"/>
            <ac:picMk id="5" creationId="{42DDA958-EA19-FBE8-6649-0B4036D8C864}"/>
          </ac:picMkLst>
        </pc:picChg>
        <pc:cxnChg chg="add del">
          <ac:chgData name="A00304072: Kyle Heng" userId="7d93ab3f-b83e-41a3-b6cc-f6fdec0f02b7" providerId="ADAL" clId="{4EC450F6-2800-45C5-983B-B98FD146EA7A}" dt="2026-01-30T11:31:23.620" v="148" actId="26606"/>
          <ac:cxnSpMkLst>
            <pc:docMk/>
            <pc:sldMk cId="4085102364" sldId="268"/>
            <ac:cxnSpMk id="10" creationId="{118E06E4-607B-144B-382B-AD3D06B1EE8C}"/>
          </ac:cxnSpMkLst>
        </pc:cxnChg>
        <pc:cxnChg chg="add del">
          <ac:chgData name="A00304072: Kyle Heng" userId="7d93ab3f-b83e-41a3-b6cc-f6fdec0f02b7" providerId="ADAL" clId="{4EC450F6-2800-45C5-983B-B98FD146EA7A}" dt="2026-01-30T11:31:23.620" v="148" actId="26606"/>
          <ac:cxnSpMkLst>
            <pc:docMk/>
            <pc:sldMk cId="4085102364" sldId="268"/>
            <ac:cxnSpMk id="14" creationId="{59D7B6BE-A4E0-4483-BEC5-493AC3E5D2AD}"/>
          </ac:cxnSpMkLst>
        </pc:cxnChg>
        <pc:cxnChg chg="add">
          <ac:chgData name="A00304072: Kyle Heng" userId="7d93ab3f-b83e-41a3-b6cc-f6fdec0f02b7" providerId="ADAL" clId="{4EC450F6-2800-45C5-983B-B98FD146EA7A}" dt="2026-01-30T11:31:23.620" v="148" actId="26606"/>
          <ac:cxnSpMkLst>
            <pc:docMk/>
            <pc:sldMk cId="4085102364" sldId="268"/>
            <ac:cxnSpMk id="19" creationId="{118E06E4-607B-144B-382B-AD3D06B1EE8C}"/>
          </ac:cxnSpMkLst>
        </pc:cxnChg>
        <pc:cxnChg chg="add">
          <ac:chgData name="A00304072: Kyle Heng" userId="7d93ab3f-b83e-41a3-b6cc-f6fdec0f02b7" providerId="ADAL" clId="{4EC450F6-2800-45C5-983B-B98FD146EA7A}" dt="2026-01-30T11:31:23.620" v="148" actId="26606"/>
          <ac:cxnSpMkLst>
            <pc:docMk/>
            <pc:sldMk cId="4085102364" sldId="268"/>
            <ac:cxnSpMk id="23" creationId="{8CED01B4-40F2-4CAE-8062-1D4CE8454C35}"/>
          </ac:cxnSpMkLst>
        </pc:cxnChg>
      </pc:sldChg>
      <pc:sldChg chg="modSp new del mod">
        <pc:chgData name="A00304072: Kyle Heng" userId="7d93ab3f-b83e-41a3-b6cc-f6fdec0f02b7" providerId="ADAL" clId="{4EC450F6-2800-45C5-983B-B98FD146EA7A}" dt="2026-01-30T11:36:58.796" v="183" actId="47"/>
        <pc:sldMkLst>
          <pc:docMk/>
          <pc:sldMk cId="1512143339" sldId="269"/>
        </pc:sldMkLst>
        <pc:spChg chg="mod">
          <ac:chgData name="A00304072: Kyle Heng" userId="7d93ab3f-b83e-41a3-b6cc-f6fdec0f02b7" providerId="ADAL" clId="{4EC450F6-2800-45C5-983B-B98FD146EA7A}" dt="2026-01-30T11:36:25.984" v="179" actId="20577"/>
          <ac:spMkLst>
            <pc:docMk/>
            <pc:sldMk cId="1512143339" sldId="269"/>
            <ac:spMk id="2" creationId="{F6D0C082-95E6-FBD3-341E-8D63A604AF80}"/>
          </ac:spMkLst>
        </pc:spChg>
        <pc:spChg chg="mod">
          <ac:chgData name="A00304072: Kyle Heng" userId="7d93ab3f-b83e-41a3-b6cc-f6fdec0f02b7" providerId="ADAL" clId="{4EC450F6-2800-45C5-983B-B98FD146EA7A}" dt="2026-01-30T11:36:46.414" v="181" actId="27636"/>
          <ac:spMkLst>
            <pc:docMk/>
            <pc:sldMk cId="1512143339" sldId="269"/>
            <ac:spMk id="3" creationId="{F4FAEBE3-2946-CF29-63DE-8CC15D48B983}"/>
          </ac:spMkLst>
        </pc:spChg>
      </pc:sldChg>
      <pc:sldChg chg="modSp new mod">
        <pc:chgData name="A00304072: Kyle Heng" userId="7d93ab3f-b83e-41a3-b6cc-f6fdec0f02b7" providerId="ADAL" clId="{4EC450F6-2800-45C5-983B-B98FD146EA7A}" dt="2026-01-30T12:14:39.947" v="428" actId="20577"/>
        <pc:sldMkLst>
          <pc:docMk/>
          <pc:sldMk cId="1966274653" sldId="270"/>
        </pc:sldMkLst>
        <pc:spChg chg="mod">
          <ac:chgData name="A00304072: Kyle Heng" userId="7d93ab3f-b83e-41a3-b6cc-f6fdec0f02b7" providerId="ADAL" clId="{4EC450F6-2800-45C5-983B-B98FD146EA7A}" dt="2026-01-30T11:40:32.376" v="277" actId="20577"/>
          <ac:spMkLst>
            <pc:docMk/>
            <pc:sldMk cId="1966274653" sldId="270"/>
            <ac:spMk id="2" creationId="{673791FA-2C26-3EF9-FA0E-2DD8843AD2C7}"/>
          </ac:spMkLst>
        </pc:spChg>
        <pc:spChg chg="mod">
          <ac:chgData name="A00304072: Kyle Heng" userId="7d93ab3f-b83e-41a3-b6cc-f6fdec0f02b7" providerId="ADAL" clId="{4EC450F6-2800-45C5-983B-B98FD146EA7A}" dt="2026-01-30T12:14:36.271" v="427" actId="20577"/>
          <ac:spMkLst>
            <pc:docMk/>
            <pc:sldMk cId="1966274653" sldId="270"/>
            <ac:spMk id="3" creationId="{3A514BA7-28EF-4341-FC9D-EE906D334CE5}"/>
          </ac:spMkLst>
        </pc:spChg>
        <pc:spChg chg="mod">
          <ac:chgData name="A00304072: Kyle Heng" userId="7d93ab3f-b83e-41a3-b6cc-f6fdec0f02b7" providerId="ADAL" clId="{4EC450F6-2800-45C5-983B-B98FD146EA7A}" dt="2026-01-30T12:14:39.947" v="428" actId="20577"/>
          <ac:spMkLst>
            <pc:docMk/>
            <pc:sldMk cId="1966274653" sldId="270"/>
            <ac:spMk id="4" creationId="{6222AEE7-587A-EFB4-400A-30DBBCA94A3B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7D79FE-3C58-476E-8F7A-DF208EBACB9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F9EF528-2FF4-43AE-873E-0154AAC2EB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Phishing emails are a major cybersecurity threat</a:t>
          </a:r>
          <a:endParaRPr lang="en-US" dirty="0"/>
        </a:p>
      </dgm:t>
    </dgm:pt>
    <dgm:pt modelId="{D2B0991B-944E-44DC-A2DE-9F1FBDACDAAA}" type="parTrans" cxnId="{222A8A69-6F89-4B5E-9585-67AE8301718A}">
      <dgm:prSet/>
      <dgm:spPr/>
      <dgm:t>
        <a:bodyPr/>
        <a:lstStyle/>
        <a:p>
          <a:endParaRPr lang="en-US"/>
        </a:p>
      </dgm:t>
    </dgm:pt>
    <dgm:pt modelId="{19EDA4FC-CCC5-4377-AEB3-B62F7811D72E}" type="sibTrans" cxnId="{222A8A69-6F89-4B5E-9585-67AE8301718A}">
      <dgm:prSet/>
      <dgm:spPr/>
      <dgm:t>
        <a:bodyPr/>
        <a:lstStyle/>
        <a:p>
          <a:endParaRPr lang="en-US"/>
        </a:p>
      </dgm:t>
    </dgm:pt>
    <dgm:pt modelId="{2723AAE6-2501-424D-A502-BCF4B55A15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Attackers use social engineering and technical deception</a:t>
          </a:r>
          <a:endParaRPr lang="en-US" dirty="0"/>
        </a:p>
      </dgm:t>
    </dgm:pt>
    <dgm:pt modelId="{1AE4742B-161D-4FE5-919E-3A33E8BC1447}" type="parTrans" cxnId="{0154C46E-D761-48B2-8D25-467307B80E19}">
      <dgm:prSet/>
      <dgm:spPr/>
      <dgm:t>
        <a:bodyPr/>
        <a:lstStyle/>
        <a:p>
          <a:endParaRPr lang="en-US"/>
        </a:p>
      </dgm:t>
    </dgm:pt>
    <dgm:pt modelId="{FF6AA1CA-4D02-411C-8488-C6E8E8D5A876}" type="sibTrans" cxnId="{0154C46E-D761-48B2-8D25-467307B80E19}">
      <dgm:prSet/>
      <dgm:spPr/>
      <dgm:t>
        <a:bodyPr/>
        <a:lstStyle/>
        <a:p>
          <a:endParaRPr lang="en-US"/>
        </a:p>
      </dgm:t>
    </dgm:pt>
    <dgm:pt modelId="{F08B86A2-C282-4F8E-8B2F-865473819E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The project aims to detect phishing emails using rule‑based analysis</a:t>
          </a:r>
          <a:endParaRPr lang="en-US" dirty="0"/>
        </a:p>
      </dgm:t>
    </dgm:pt>
    <dgm:pt modelId="{9D6C82DC-1348-4254-B260-5EA7A71E24A8}" type="parTrans" cxnId="{8FE312AA-C190-45D0-B5B6-AA434CCA1B59}">
      <dgm:prSet/>
      <dgm:spPr/>
      <dgm:t>
        <a:bodyPr/>
        <a:lstStyle/>
        <a:p>
          <a:endParaRPr lang="en-US"/>
        </a:p>
      </dgm:t>
    </dgm:pt>
    <dgm:pt modelId="{52664EDA-9B6D-492C-BB7A-4B092D06D5E1}" type="sibTrans" cxnId="{8FE312AA-C190-45D0-B5B6-AA434CCA1B59}">
      <dgm:prSet/>
      <dgm:spPr/>
      <dgm:t>
        <a:bodyPr/>
        <a:lstStyle/>
        <a:p>
          <a:endParaRPr lang="en-US"/>
        </a:p>
      </dgm:t>
    </dgm:pt>
    <dgm:pt modelId="{6A242D07-2424-470E-A2E1-AF8963A0A7ED}" type="pres">
      <dgm:prSet presAssocID="{447D79FE-3C58-476E-8F7A-DF208EBACB91}" presName="root" presStyleCnt="0">
        <dgm:presLayoutVars>
          <dgm:dir/>
          <dgm:resizeHandles val="exact"/>
        </dgm:presLayoutVars>
      </dgm:prSet>
      <dgm:spPr/>
    </dgm:pt>
    <dgm:pt modelId="{85C3B939-77FF-49E0-BD98-87547F879420}" type="pres">
      <dgm:prSet presAssocID="{1F9EF528-2FF4-43AE-873E-0154AAC2EB61}" presName="compNode" presStyleCnt="0"/>
      <dgm:spPr/>
    </dgm:pt>
    <dgm:pt modelId="{BA9DC583-A444-4E9E-B2BF-3D50BC869615}" type="pres">
      <dgm:prSet presAssocID="{1F9EF528-2FF4-43AE-873E-0154AAC2EB61}" presName="bgRect" presStyleLbl="bgShp" presStyleIdx="0" presStyleCnt="3"/>
      <dgm:spPr/>
    </dgm:pt>
    <dgm:pt modelId="{BBE7E478-B495-4EF5-8E57-7F5FA99C2597}" type="pres">
      <dgm:prSet presAssocID="{1F9EF528-2FF4-43AE-873E-0154AAC2EB6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6C412FE5-B2DF-4119-AE71-1C5247C4535C}" type="pres">
      <dgm:prSet presAssocID="{1F9EF528-2FF4-43AE-873E-0154AAC2EB61}" presName="spaceRect" presStyleCnt="0"/>
      <dgm:spPr/>
    </dgm:pt>
    <dgm:pt modelId="{7D884648-7839-4B1C-B9C1-7412EE541C4B}" type="pres">
      <dgm:prSet presAssocID="{1F9EF528-2FF4-43AE-873E-0154AAC2EB61}" presName="parTx" presStyleLbl="revTx" presStyleIdx="0" presStyleCnt="3">
        <dgm:presLayoutVars>
          <dgm:chMax val="0"/>
          <dgm:chPref val="0"/>
        </dgm:presLayoutVars>
      </dgm:prSet>
      <dgm:spPr/>
    </dgm:pt>
    <dgm:pt modelId="{915EF97A-90F4-44DD-980A-7C1EA3104D0B}" type="pres">
      <dgm:prSet presAssocID="{19EDA4FC-CCC5-4377-AEB3-B62F7811D72E}" presName="sibTrans" presStyleCnt="0"/>
      <dgm:spPr/>
    </dgm:pt>
    <dgm:pt modelId="{F7B407CA-5E4F-4D1E-AF2D-71DA4BB4779D}" type="pres">
      <dgm:prSet presAssocID="{2723AAE6-2501-424D-A502-BCF4B55A157B}" presName="compNode" presStyleCnt="0"/>
      <dgm:spPr/>
    </dgm:pt>
    <dgm:pt modelId="{87207703-877C-431B-A40D-568916BD0CFF}" type="pres">
      <dgm:prSet presAssocID="{2723AAE6-2501-424D-A502-BCF4B55A157B}" presName="bgRect" presStyleLbl="bgShp" presStyleIdx="1" presStyleCnt="3"/>
      <dgm:spPr/>
    </dgm:pt>
    <dgm:pt modelId="{34DD2318-010A-43D7-ACA9-F3042E80754F}" type="pres">
      <dgm:prSet presAssocID="{2723AAE6-2501-424D-A502-BCF4B55A157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D740A690-EE27-48A5-8434-4BCE567A4C4D}" type="pres">
      <dgm:prSet presAssocID="{2723AAE6-2501-424D-A502-BCF4B55A157B}" presName="spaceRect" presStyleCnt="0"/>
      <dgm:spPr/>
    </dgm:pt>
    <dgm:pt modelId="{2809DB12-63CF-41E7-BE09-8F1E8ED301BE}" type="pres">
      <dgm:prSet presAssocID="{2723AAE6-2501-424D-A502-BCF4B55A157B}" presName="parTx" presStyleLbl="revTx" presStyleIdx="1" presStyleCnt="3">
        <dgm:presLayoutVars>
          <dgm:chMax val="0"/>
          <dgm:chPref val="0"/>
        </dgm:presLayoutVars>
      </dgm:prSet>
      <dgm:spPr/>
    </dgm:pt>
    <dgm:pt modelId="{92436CA1-F300-4F41-B982-73F9042951E5}" type="pres">
      <dgm:prSet presAssocID="{FF6AA1CA-4D02-411C-8488-C6E8E8D5A876}" presName="sibTrans" presStyleCnt="0"/>
      <dgm:spPr/>
    </dgm:pt>
    <dgm:pt modelId="{F39C269E-78AA-4696-B635-CB0620191F34}" type="pres">
      <dgm:prSet presAssocID="{F08B86A2-C282-4F8E-8B2F-865473819E50}" presName="compNode" presStyleCnt="0"/>
      <dgm:spPr/>
    </dgm:pt>
    <dgm:pt modelId="{167B3E65-9B30-4441-BCDD-D459572E7CDA}" type="pres">
      <dgm:prSet presAssocID="{F08B86A2-C282-4F8E-8B2F-865473819E50}" presName="bgRect" presStyleLbl="bgShp" presStyleIdx="2" presStyleCnt="3"/>
      <dgm:spPr/>
    </dgm:pt>
    <dgm:pt modelId="{155C2FC6-1F00-4352-B99C-0D60BFEBE3FB}" type="pres">
      <dgm:prSet presAssocID="{F08B86A2-C282-4F8E-8B2F-865473819E5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62EBAF6B-B790-40E6-814B-FA4A7A35DD55}" type="pres">
      <dgm:prSet presAssocID="{F08B86A2-C282-4F8E-8B2F-865473819E50}" presName="spaceRect" presStyleCnt="0"/>
      <dgm:spPr/>
    </dgm:pt>
    <dgm:pt modelId="{86137BEE-77DF-43A7-BCB7-DE137EC2D221}" type="pres">
      <dgm:prSet presAssocID="{F08B86A2-C282-4F8E-8B2F-865473819E5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22A8A69-6F89-4B5E-9585-67AE8301718A}" srcId="{447D79FE-3C58-476E-8F7A-DF208EBACB91}" destId="{1F9EF528-2FF4-43AE-873E-0154AAC2EB61}" srcOrd="0" destOrd="0" parTransId="{D2B0991B-944E-44DC-A2DE-9F1FBDACDAAA}" sibTransId="{19EDA4FC-CCC5-4377-AEB3-B62F7811D72E}"/>
    <dgm:cxn modelId="{0154C46E-D761-48B2-8D25-467307B80E19}" srcId="{447D79FE-3C58-476E-8F7A-DF208EBACB91}" destId="{2723AAE6-2501-424D-A502-BCF4B55A157B}" srcOrd="1" destOrd="0" parTransId="{1AE4742B-161D-4FE5-919E-3A33E8BC1447}" sibTransId="{FF6AA1CA-4D02-411C-8488-C6E8E8D5A876}"/>
    <dgm:cxn modelId="{5E89A552-D104-4B99-ACD9-267F043E5EB2}" type="presOf" srcId="{1F9EF528-2FF4-43AE-873E-0154AAC2EB61}" destId="{7D884648-7839-4B1C-B9C1-7412EE541C4B}" srcOrd="0" destOrd="0" presId="urn:microsoft.com/office/officeart/2018/2/layout/IconVerticalSolidList"/>
    <dgm:cxn modelId="{DBF8EB79-1EC9-4A95-9B35-7875A9FED944}" type="presOf" srcId="{2723AAE6-2501-424D-A502-BCF4B55A157B}" destId="{2809DB12-63CF-41E7-BE09-8F1E8ED301BE}" srcOrd="0" destOrd="0" presId="urn:microsoft.com/office/officeart/2018/2/layout/IconVerticalSolidList"/>
    <dgm:cxn modelId="{BCC081A4-DD61-4C89-A07F-9D47342716C0}" type="presOf" srcId="{F08B86A2-C282-4F8E-8B2F-865473819E50}" destId="{86137BEE-77DF-43A7-BCB7-DE137EC2D221}" srcOrd="0" destOrd="0" presId="urn:microsoft.com/office/officeart/2018/2/layout/IconVerticalSolidList"/>
    <dgm:cxn modelId="{8FE312AA-C190-45D0-B5B6-AA434CCA1B59}" srcId="{447D79FE-3C58-476E-8F7A-DF208EBACB91}" destId="{F08B86A2-C282-4F8E-8B2F-865473819E50}" srcOrd="2" destOrd="0" parTransId="{9D6C82DC-1348-4254-B260-5EA7A71E24A8}" sibTransId="{52664EDA-9B6D-492C-BB7A-4B092D06D5E1}"/>
    <dgm:cxn modelId="{5716E2D1-7EEF-4288-AA87-2F635B66F6C9}" type="presOf" srcId="{447D79FE-3C58-476E-8F7A-DF208EBACB91}" destId="{6A242D07-2424-470E-A2E1-AF8963A0A7ED}" srcOrd="0" destOrd="0" presId="urn:microsoft.com/office/officeart/2018/2/layout/IconVerticalSolidList"/>
    <dgm:cxn modelId="{20CF091F-FFF8-4547-A927-0801CCB1B7CD}" type="presParOf" srcId="{6A242D07-2424-470E-A2E1-AF8963A0A7ED}" destId="{85C3B939-77FF-49E0-BD98-87547F879420}" srcOrd="0" destOrd="0" presId="urn:microsoft.com/office/officeart/2018/2/layout/IconVerticalSolidList"/>
    <dgm:cxn modelId="{12FCA9C5-FFC2-4BC4-917E-042F10B152FB}" type="presParOf" srcId="{85C3B939-77FF-49E0-BD98-87547F879420}" destId="{BA9DC583-A444-4E9E-B2BF-3D50BC869615}" srcOrd="0" destOrd="0" presId="urn:microsoft.com/office/officeart/2018/2/layout/IconVerticalSolidList"/>
    <dgm:cxn modelId="{295E5F52-FFAF-4F1F-B2AC-5CFFB80D955E}" type="presParOf" srcId="{85C3B939-77FF-49E0-BD98-87547F879420}" destId="{BBE7E478-B495-4EF5-8E57-7F5FA99C2597}" srcOrd="1" destOrd="0" presId="urn:microsoft.com/office/officeart/2018/2/layout/IconVerticalSolidList"/>
    <dgm:cxn modelId="{FB59284D-1313-4F89-8EB5-E6A7C0BD9ADE}" type="presParOf" srcId="{85C3B939-77FF-49E0-BD98-87547F879420}" destId="{6C412FE5-B2DF-4119-AE71-1C5247C4535C}" srcOrd="2" destOrd="0" presId="urn:microsoft.com/office/officeart/2018/2/layout/IconVerticalSolidList"/>
    <dgm:cxn modelId="{81237076-ED08-4B4B-A2A1-2EFBB4914912}" type="presParOf" srcId="{85C3B939-77FF-49E0-BD98-87547F879420}" destId="{7D884648-7839-4B1C-B9C1-7412EE541C4B}" srcOrd="3" destOrd="0" presId="urn:microsoft.com/office/officeart/2018/2/layout/IconVerticalSolidList"/>
    <dgm:cxn modelId="{A94A4EA2-66D6-49A4-8A03-CAD58C5CE521}" type="presParOf" srcId="{6A242D07-2424-470E-A2E1-AF8963A0A7ED}" destId="{915EF97A-90F4-44DD-980A-7C1EA3104D0B}" srcOrd="1" destOrd="0" presId="urn:microsoft.com/office/officeart/2018/2/layout/IconVerticalSolidList"/>
    <dgm:cxn modelId="{14456D44-EFD7-4731-96FB-8763099A59A3}" type="presParOf" srcId="{6A242D07-2424-470E-A2E1-AF8963A0A7ED}" destId="{F7B407CA-5E4F-4D1E-AF2D-71DA4BB4779D}" srcOrd="2" destOrd="0" presId="urn:microsoft.com/office/officeart/2018/2/layout/IconVerticalSolidList"/>
    <dgm:cxn modelId="{3F516D45-B98F-4BFE-9F71-055D6F269DEF}" type="presParOf" srcId="{F7B407CA-5E4F-4D1E-AF2D-71DA4BB4779D}" destId="{87207703-877C-431B-A40D-568916BD0CFF}" srcOrd="0" destOrd="0" presId="urn:microsoft.com/office/officeart/2018/2/layout/IconVerticalSolidList"/>
    <dgm:cxn modelId="{82BDB294-C4A4-430F-9585-DBDE6E45011E}" type="presParOf" srcId="{F7B407CA-5E4F-4D1E-AF2D-71DA4BB4779D}" destId="{34DD2318-010A-43D7-ACA9-F3042E80754F}" srcOrd="1" destOrd="0" presId="urn:microsoft.com/office/officeart/2018/2/layout/IconVerticalSolidList"/>
    <dgm:cxn modelId="{E1A69085-AACE-441A-BB8D-0243DB4F75D9}" type="presParOf" srcId="{F7B407CA-5E4F-4D1E-AF2D-71DA4BB4779D}" destId="{D740A690-EE27-48A5-8434-4BCE567A4C4D}" srcOrd="2" destOrd="0" presId="urn:microsoft.com/office/officeart/2018/2/layout/IconVerticalSolidList"/>
    <dgm:cxn modelId="{52C2E1F5-D875-4BBA-BD9C-319CF0140A28}" type="presParOf" srcId="{F7B407CA-5E4F-4D1E-AF2D-71DA4BB4779D}" destId="{2809DB12-63CF-41E7-BE09-8F1E8ED301BE}" srcOrd="3" destOrd="0" presId="urn:microsoft.com/office/officeart/2018/2/layout/IconVerticalSolidList"/>
    <dgm:cxn modelId="{80B4AF42-6E33-4912-8223-6121A4837F90}" type="presParOf" srcId="{6A242D07-2424-470E-A2E1-AF8963A0A7ED}" destId="{92436CA1-F300-4F41-B982-73F9042951E5}" srcOrd="3" destOrd="0" presId="urn:microsoft.com/office/officeart/2018/2/layout/IconVerticalSolidList"/>
    <dgm:cxn modelId="{D3EB7DA0-1609-42F2-8658-F086D40ACACA}" type="presParOf" srcId="{6A242D07-2424-470E-A2E1-AF8963A0A7ED}" destId="{F39C269E-78AA-4696-B635-CB0620191F34}" srcOrd="4" destOrd="0" presId="urn:microsoft.com/office/officeart/2018/2/layout/IconVerticalSolidList"/>
    <dgm:cxn modelId="{71937C9C-B894-45BC-8997-FC231F1453B2}" type="presParOf" srcId="{F39C269E-78AA-4696-B635-CB0620191F34}" destId="{167B3E65-9B30-4441-BCDD-D459572E7CDA}" srcOrd="0" destOrd="0" presId="urn:microsoft.com/office/officeart/2018/2/layout/IconVerticalSolidList"/>
    <dgm:cxn modelId="{AFE8083E-0E32-4DB9-9F97-0CB1387F499E}" type="presParOf" srcId="{F39C269E-78AA-4696-B635-CB0620191F34}" destId="{155C2FC6-1F00-4352-B99C-0D60BFEBE3FB}" srcOrd="1" destOrd="0" presId="urn:microsoft.com/office/officeart/2018/2/layout/IconVerticalSolidList"/>
    <dgm:cxn modelId="{9EDBBAB1-99A0-4A59-86AB-7363F9D29655}" type="presParOf" srcId="{F39C269E-78AA-4696-B635-CB0620191F34}" destId="{62EBAF6B-B790-40E6-814B-FA4A7A35DD55}" srcOrd="2" destOrd="0" presId="urn:microsoft.com/office/officeart/2018/2/layout/IconVerticalSolidList"/>
    <dgm:cxn modelId="{02DB19F1-9DA1-4816-B0B5-9BC40B6CDA11}" type="presParOf" srcId="{F39C269E-78AA-4696-B635-CB0620191F34}" destId="{86137BEE-77DF-43A7-BCB7-DE137EC2D22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BFABA3-1199-425B-A31C-14905B214F6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65527A6-C5F3-451A-9244-EF886CF6D5BE}">
      <dgm:prSet/>
      <dgm:spPr/>
      <dgm:t>
        <a:bodyPr/>
        <a:lstStyle/>
        <a:p>
          <a:r>
            <a:rPr lang="en-US" b="0" i="0" baseline="0"/>
            <a:t>Email security within the cybersecurity domain</a:t>
          </a:r>
          <a:endParaRPr lang="en-US"/>
        </a:p>
      </dgm:t>
    </dgm:pt>
    <dgm:pt modelId="{87BC8FA9-4729-4182-A5DC-9F0A54D42E89}" type="parTrans" cxnId="{7E95CBE8-8AE4-4802-9CCE-50AC91F5F989}">
      <dgm:prSet/>
      <dgm:spPr/>
      <dgm:t>
        <a:bodyPr/>
        <a:lstStyle/>
        <a:p>
          <a:endParaRPr lang="en-US"/>
        </a:p>
      </dgm:t>
    </dgm:pt>
    <dgm:pt modelId="{068967E7-F958-48C0-8765-35F11DE0922D}" type="sibTrans" cxnId="{7E95CBE8-8AE4-4802-9CCE-50AC91F5F989}">
      <dgm:prSet/>
      <dgm:spPr/>
      <dgm:t>
        <a:bodyPr/>
        <a:lstStyle/>
        <a:p>
          <a:endParaRPr lang="en-US"/>
        </a:p>
      </dgm:t>
    </dgm:pt>
    <dgm:pt modelId="{37FABB78-3C9A-4F14-B752-DF8BC91595F7}">
      <dgm:prSet/>
      <dgm:spPr/>
      <dgm:t>
        <a:bodyPr/>
        <a:lstStyle/>
        <a:p>
          <a:r>
            <a:rPr lang="en-US" b="0" i="0" baseline="0"/>
            <a:t>Phishing as a common attack vector</a:t>
          </a:r>
          <a:endParaRPr lang="en-US"/>
        </a:p>
      </dgm:t>
    </dgm:pt>
    <dgm:pt modelId="{7A5F0702-9D0F-4CF8-9368-256DDA6BCAF1}" type="parTrans" cxnId="{C3CF4373-01C6-451E-969F-C30F41B98C61}">
      <dgm:prSet/>
      <dgm:spPr/>
      <dgm:t>
        <a:bodyPr/>
        <a:lstStyle/>
        <a:p>
          <a:endParaRPr lang="en-US"/>
        </a:p>
      </dgm:t>
    </dgm:pt>
    <dgm:pt modelId="{19FEA677-0666-4307-A695-6D6572C55B19}" type="sibTrans" cxnId="{C3CF4373-01C6-451E-969F-C30F41B98C61}">
      <dgm:prSet/>
      <dgm:spPr/>
      <dgm:t>
        <a:bodyPr/>
        <a:lstStyle/>
        <a:p>
          <a:endParaRPr lang="en-US"/>
        </a:p>
      </dgm:t>
    </dgm:pt>
    <dgm:pt modelId="{39F392A0-AB09-4B70-A3E6-FC828CDBDBEE}">
      <dgm:prSet/>
      <dgm:spPr/>
      <dgm:t>
        <a:bodyPr/>
        <a:lstStyle/>
        <a:p>
          <a:r>
            <a:rPr lang="en-US" b="0" i="0" baseline="0"/>
            <a:t>Targets individuals and organisations</a:t>
          </a:r>
          <a:endParaRPr lang="en-US"/>
        </a:p>
      </dgm:t>
    </dgm:pt>
    <dgm:pt modelId="{F08DB007-6C6C-4CEC-8716-31EEC220441C}" type="parTrans" cxnId="{8C33C6F2-6A85-4747-9A06-3B80E40EC3B0}">
      <dgm:prSet/>
      <dgm:spPr/>
      <dgm:t>
        <a:bodyPr/>
        <a:lstStyle/>
        <a:p>
          <a:endParaRPr lang="en-US"/>
        </a:p>
      </dgm:t>
    </dgm:pt>
    <dgm:pt modelId="{12E2E7A9-35D0-4C37-BB71-69A0942CBD64}" type="sibTrans" cxnId="{8C33C6F2-6A85-4747-9A06-3B80E40EC3B0}">
      <dgm:prSet/>
      <dgm:spPr/>
      <dgm:t>
        <a:bodyPr/>
        <a:lstStyle/>
        <a:p>
          <a:endParaRPr lang="en-US"/>
        </a:p>
      </dgm:t>
    </dgm:pt>
    <dgm:pt modelId="{4A667AC4-CEC6-4304-9265-CC8597E30E19}">
      <dgm:prSet/>
      <dgm:spPr/>
      <dgm:t>
        <a:bodyPr/>
        <a:lstStyle/>
        <a:p>
          <a:r>
            <a:rPr lang="en-US" b="0" i="0" baseline="0" dirty="0"/>
            <a:t>Focus on detection and prevention of malicious emails</a:t>
          </a:r>
          <a:endParaRPr lang="en-US" dirty="0"/>
        </a:p>
      </dgm:t>
    </dgm:pt>
    <dgm:pt modelId="{44B7D351-C420-4ADB-A195-91172F0DF55E}" type="parTrans" cxnId="{D5A84758-49DC-495D-93D3-BF6F14D46B2F}">
      <dgm:prSet/>
      <dgm:spPr/>
      <dgm:t>
        <a:bodyPr/>
        <a:lstStyle/>
        <a:p>
          <a:endParaRPr lang="en-US"/>
        </a:p>
      </dgm:t>
    </dgm:pt>
    <dgm:pt modelId="{D6A0EA30-00D4-4796-873F-4AB41279F51F}" type="sibTrans" cxnId="{D5A84758-49DC-495D-93D3-BF6F14D46B2F}">
      <dgm:prSet/>
      <dgm:spPr/>
      <dgm:t>
        <a:bodyPr/>
        <a:lstStyle/>
        <a:p>
          <a:endParaRPr lang="en-US"/>
        </a:p>
      </dgm:t>
    </dgm:pt>
    <dgm:pt modelId="{C9B23084-C8AD-46AA-BD9F-D24ADBC2E1B3}">
      <dgm:prSet/>
      <dgm:spPr/>
      <dgm:t>
        <a:bodyPr/>
        <a:lstStyle/>
        <a:p>
          <a:r>
            <a:rPr lang="en-US" dirty="0"/>
            <a:t>Reducing the risk of credential theft and financial fraud</a:t>
          </a:r>
        </a:p>
      </dgm:t>
    </dgm:pt>
    <dgm:pt modelId="{BEFB6574-EAC4-451E-99C7-60DDF657295C}" type="parTrans" cxnId="{B09328A4-C469-4357-87ED-2402899432FC}">
      <dgm:prSet/>
      <dgm:spPr/>
      <dgm:t>
        <a:bodyPr/>
        <a:lstStyle/>
        <a:p>
          <a:endParaRPr lang="en-US"/>
        </a:p>
      </dgm:t>
    </dgm:pt>
    <dgm:pt modelId="{753E7234-1059-48AD-914D-85C0185DF521}" type="sibTrans" cxnId="{B09328A4-C469-4357-87ED-2402899432FC}">
      <dgm:prSet/>
      <dgm:spPr/>
      <dgm:t>
        <a:bodyPr/>
        <a:lstStyle/>
        <a:p>
          <a:endParaRPr lang="en-US"/>
        </a:p>
      </dgm:t>
    </dgm:pt>
    <dgm:pt modelId="{96412D45-7698-4CBC-A757-71884D032170}" type="pres">
      <dgm:prSet presAssocID="{BEBFABA3-1199-425B-A31C-14905B214F69}" presName="linear" presStyleCnt="0">
        <dgm:presLayoutVars>
          <dgm:animLvl val="lvl"/>
          <dgm:resizeHandles val="exact"/>
        </dgm:presLayoutVars>
      </dgm:prSet>
      <dgm:spPr/>
    </dgm:pt>
    <dgm:pt modelId="{1CEE058B-320B-4AF1-9163-B65ED1DB1835}" type="pres">
      <dgm:prSet presAssocID="{465527A6-C5F3-451A-9244-EF886CF6D5B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E335D65-6132-4E49-9313-BABB2A3D7EA4}" type="pres">
      <dgm:prSet presAssocID="{068967E7-F958-48C0-8765-35F11DE0922D}" presName="spacer" presStyleCnt="0"/>
      <dgm:spPr/>
    </dgm:pt>
    <dgm:pt modelId="{D3A6DAFA-4515-4366-A75C-430F061A441F}" type="pres">
      <dgm:prSet presAssocID="{37FABB78-3C9A-4F14-B752-DF8BC91595F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C10B2F6-5979-44ED-A7CE-AAD7CB20B52E}" type="pres">
      <dgm:prSet presAssocID="{19FEA677-0666-4307-A695-6D6572C55B19}" presName="spacer" presStyleCnt="0"/>
      <dgm:spPr/>
    </dgm:pt>
    <dgm:pt modelId="{37F81AFC-82A4-49BE-AD89-260104701023}" type="pres">
      <dgm:prSet presAssocID="{39F392A0-AB09-4B70-A3E6-FC828CDBDBE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225A969-E4BF-465F-96BF-0B393AB2AA4A}" type="pres">
      <dgm:prSet presAssocID="{12E2E7A9-35D0-4C37-BB71-69A0942CBD64}" presName="spacer" presStyleCnt="0"/>
      <dgm:spPr/>
    </dgm:pt>
    <dgm:pt modelId="{0D9B8C86-A2EC-4D8D-A219-EA9D042B8AC7}" type="pres">
      <dgm:prSet presAssocID="{4A667AC4-CEC6-4304-9265-CC8597E30E1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49A076F-E181-47B6-BA81-A701538C3D4C}" type="pres">
      <dgm:prSet presAssocID="{D6A0EA30-00D4-4796-873F-4AB41279F51F}" presName="spacer" presStyleCnt="0"/>
      <dgm:spPr/>
    </dgm:pt>
    <dgm:pt modelId="{867576B6-8B55-4763-851C-E91A420820A9}" type="pres">
      <dgm:prSet presAssocID="{C9B23084-C8AD-46AA-BD9F-D24ADBC2E1B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AAC9A1C-870D-4A5D-9F23-574971075A17}" type="presOf" srcId="{4A667AC4-CEC6-4304-9265-CC8597E30E19}" destId="{0D9B8C86-A2EC-4D8D-A219-EA9D042B8AC7}" srcOrd="0" destOrd="0" presId="urn:microsoft.com/office/officeart/2005/8/layout/vList2"/>
    <dgm:cxn modelId="{C3CF4373-01C6-451E-969F-C30F41B98C61}" srcId="{BEBFABA3-1199-425B-A31C-14905B214F69}" destId="{37FABB78-3C9A-4F14-B752-DF8BC91595F7}" srcOrd="1" destOrd="0" parTransId="{7A5F0702-9D0F-4CF8-9368-256DDA6BCAF1}" sibTransId="{19FEA677-0666-4307-A695-6D6572C55B19}"/>
    <dgm:cxn modelId="{D5A84758-49DC-495D-93D3-BF6F14D46B2F}" srcId="{BEBFABA3-1199-425B-A31C-14905B214F69}" destId="{4A667AC4-CEC6-4304-9265-CC8597E30E19}" srcOrd="3" destOrd="0" parTransId="{44B7D351-C420-4ADB-A195-91172F0DF55E}" sibTransId="{D6A0EA30-00D4-4796-873F-4AB41279F51F}"/>
    <dgm:cxn modelId="{E0DA238D-6E7D-4549-88FD-F8D353F2BE30}" type="presOf" srcId="{BEBFABA3-1199-425B-A31C-14905B214F69}" destId="{96412D45-7698-4CBC-A757-71884D032170}" srcOrd="0" destOrd="0" presId="urn:microsoft.com/office/officeart/2005/8/layout/vList2"/>
    <dgm:cxn modelId="{B09328A4-C469-4357-87ED-2402899432FC}" srcId="{BEBFABA3-1199-425B-A31C-14905B214F69}" destId="{C9B23084-C8AD-46AA-BD9F-D24ADBC2E1B3}" srcOrd="4" destOrd="0" parTransId="{BEFB6574-EAC4-451E-99C7-60DDF657295C}" sibTransId="{753E7234-1059-48AD-914D-85C0185DF521}"/>
    <dgm:cxn modelId="{F6DE75B5-7A34-48BC-A727-A3B980203CC3}" type="presOf" srcId="{37FABB78-3C9A-4F14-B752-DF8BC91595F7}" destId="{D3A6DAFA-4515-4366-A75C-430F061A441F}" srcOrd="0" destOrd="0" presId="urn:microsoft.com/office/officeart/2005/8/layout/vList2"/>
    <dgm:cxn modelId="{6330A3DE-FBE6-4039-A907-302E3BB43B3A}" type="presOf" srcId="{465527A6-C5F3-451A-9244-EF886CF6D5BE}" destId="{1CEE058B-320B-4AF1-9163-B65ED1DB1835}" srcOrd="0" destOrd="0" presId="urn:microsoft.com/office/officeart/2005/8/layout/vList2"/>
    <dgm:cxn modelId="{9191A2E5-3D12-4BDA-BB9E-1BBA3D1A49CA}" type="presOf" srcId="{C9B23084-C8AD-46AA-BD9F-D24ADBC2E1B3}" destId="{867576B6-8B55-4763-851C-E91A420820A9}" srcOrd="0" destOrd="0" presId="urn:microsoft.com/office/officeart/2005/8/layout/vList2"/>
    <dgm:cxn modelId="{7E95CBE8-8AE4-4802-9CCE-50AC91F5F989}" srcId="{BEBFABA3-1199-425B-A31C-14905B214F69}" destId="{465527A6-C5F3-451A-9244-EF886CF6D5BE}" srcOrd="0" destOrd="0" parTransId="{87BC8FA9-4729-4182-A5DC-9F0A54D42E89}" sibTransId="{068967E7-F958-48C0-8765-35F11DE0922D}"/>
    <dgm:cxn modelId="{04E052EE-B493-48B7-A43F-37D6991A1CA2}" type="presOf" srcId="{39F392A0-AB09-4B70-A3E6-FC828CDBDBEE}" destId="{37F81AFC-82A4-49BE-AD89-260104701023}" srcOrd="0" destOrd="0" presId="urn:microsoft.com/office/officeart/2005/8/layout/vList2"/>
    <dgm:cxn modelId="{8C33C6F2-6A85-4747-9A06-3B80E40EC3B0}" srcId="{BEBFABA3-1199-425B-A31C-14905B214F69}" destId="{39F392A0-AB09-4B70-A3E6-FC828CDBDBEE}" srcOrd="2" destOrd="0" parTransId="{F08DB007-6C6C-4CEC-8716-31EEC220441C}" sibTransId="{12E2E7A9-35D0-4C37-BB71-69A0942CBD64}"/>
    <dgm:cxn modelId="{3D4C3560-EA60-4E3C-AA99-D6B51AD302DD}" type="presParOf" srcId="{96412D45-7698-4CBC-A757-71884D032170}" destId="{1CEE058B-320B-4AF1-9163-B65ED1DB1835}" srcOrd="0" destOrd="0" presId="urn:microsoft.com/office/officeart/2005/8/layout/vList2"/>
    <dgm:cxn modelId="{61303F6F-6645-43A1-827B-B12C5B09A3A3}" type="presParOf" srcId="{96412D45-7698-4CBC-A757-71884D032170}" destId="{BE335D65-6132-4E49-9313-BABB2A3D7EA4}" srcOrd="1" destOrd="0" presId="urn:microsoft.com/office/officeart/2005/8/layout/vList2"/>
    <dgm:cxn modelId="{45023031-5F58-483D-862A-FAD5CC6D38DD}" type="presParOf" srcId="{96412D45-7698-4CBC-A757-71884D032170}" destId="{D3A6DAFA-4515-4366-A75C-430F061A441F}" srcOrd="2" destOrd="0" presId="urn:microsoft.com/office/officeart/2005/8/layout/vList2"/>
    <dgm:cxn modelId="{E27F9247-75E2-4A67-9BC2-EC6ECCC31265}" type="presParOf" srcId="{96412D45-7698-4CBC-A757-71884D032170}" destId="{9C10B2F6-5979-44ED-A7CE-AAD7CB20B52E}" srcOrd="3" destOrd="0" presId="urn:microsoft.com/office/officeart/2005/8/layout/vList2"/>
    <dgm:cxn modelId="{8916A1EF-9B36-47B5-9648-4288D35DB47C}" type="presParOf" srcId="{96412D45-7698-4CBC-A757-71884D032170}" destId="{37F81AFC-82A4-49BE-AD89-260104701023}" srcOrd="4" destOrd="0" presId="urn:microsoft.com/office/officeart/2005/8/layout/vList2"/>
    <dgm:cxn modelId="{A1F992EC-3A3F-45DB-9D6E-709773A51AF3}" type="presParOf" srcId="{96412D45-7698-4CBC-A757-71884D032170}" destId="{5225A969-E4BF-465F-96BF-0B393AB2AA4A}" srcOrd="5" destOrd="0" presId="urn:microsoft.com/office/officeart/2005/8/layout/vList2"/>
    <dgm:cxn modelId="{A89A6A0F-53F4-42E7-B7A7-1036866ACED1}" type="presParOf" srcId="{96412D45-7698-4CBC-A757-71884D032170}" destId="{0D9B8C86-A2EC-4D8D-A219-EA9D042B8AC7}" srcOrd="6" destOrd="0" presId="urn:microsoft.com/office/officeart/2005/8/layout/vList2"/>
    <dgm:cxn modelId="{389AB905-3FE3-41B4-B09E-2E263EA97314}" type="presParOf" srcId="{96412D45-7698-4CBC-A757-71884D032170}" destId="{F49A076F-E181-47B6-BA81-A701538C3D4C}" srcOrd="7" destOrd="0" presId="urn:microsoft.com/office/officeart/2005/8/layout/vList2"/>
    <dgm:cxn modelId="{868FEEDE-CE1C-4B6E-9970-BC7C26AE7371}" type="presParOf" srcId="{96412D45-7698-4CBC-A757-71884D032170}" destId="{867576B6-8B55-4763-851C-E91A420820A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46C45B4-49B8-4118-9BDF-F1989D48F1C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F665230-83BD-4566-9C99-9DB48EAC64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Rule‑based phishing detection techniques</a:t>
          </a:r>
          <a:endParaRPr lang="en-US"/>
        </a:p>
      </dgm:t>
    </dgm:pt>
    <dgm:pt modelId="{37274BC7-EFC6-4837-9F3B-B0B6D45F70AF}" type="parTrans" cxnId="{3C1E774B-0CCC-4541-93D4-51F3A92A16D8}">
      <dgm:prSet/>
      <dgm:spPr/>
      <dgm:t>
        <a:bodyPr/>
        <a:lstStyle/>
        <a:p>
          <a:endParaRPr lang="en-US"/>
        </a:p>
      </dgm:t>
    </dgm:pt>
    <dgm:pt modelId="{28A9796A-A1B7-48EA-81E6-7043A15F3735}" type="sibTrans" cxnId="{3C1E774B-0CCC-4541-93D4-51F3A92A16D8}">
      <dgm:prSet/>
      <dgm:spPr/>
      <dgm:t>
        <a:bodyPr/>
        <a:lstStyle/>
        <a:p>
          <a:endParaRPr lang="en-US"/>
        </a:p>
      </dgm:t>
    </dgm:pt>
    <dgm:pt modelId="{1AADB0D1-F1CC-46CC-B97F-F118C685C5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Text analysis for social engineering patterns</a:t>
          </a:r>
          <a:endParaRPr lang="en-US"/>
        </a:p>
      </dgm:t>
    </dgm:pt>
    <dgm:pt modelId="{AD3D9428-BEEC-4F45-BA0C-32C9BD2F8D53}" type="parTrans" cxnId="{CE0AAFBF-A149-4DA1-AF66-603AD6AFA1B8}">
      <dgm:prSet/>
      <dgm:spPr/>
      <dgm:t>
        <a:bodyPr/>
        <a:lstStyle/>
        <a:p>
          <a:endParaRPr lang="en-US"/>
        </a:p>
      </dgm:t>
    </dgm:pt>
    <dgm:pt modelId="{D4CBD5C2-7964-41DB-8E7C-01CC93C0B0D2}" type="sibTrans" cxnId="{CE0AAFBF-A149-4DA1-AF66-603AD6AFA1B8}">
      <dgm:prSet/>
      <dgm:spPr/>
      <dgm:t>
        <a:bodyPr/>
        <a:lstStyle/>
        <a:p>
          <a:endParaRPr lang="en-US"/>
        </a:p>
      </dgm:t>
    </dgm:pt>
    <dgm:pt modelId="{39052341-5124-4062-AE87-9DAED1FD9B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URL analysis for malicious link detection</a:t>
          </a:r>
          <a:endParaRPr lang="en-US"/>
        </a:p>
      </dgm:t>
    </dgm:pt>
    <dgm:pt modelId="{AF4C12C2-1907-46C1-8F91-B6488CF44166}" type="parTrans" cxnId="{4F3ADE26-14CD-474C-A79F-2032371FC91C}">
      <dgm:prSet/>
      <dgm:spPr/>
      <dgm:t>
        <a:bodyPr/>
        <a:lstStyle/>
        <a:p>
          <a:endParaRPr lang="en-US"/>
        </a:p>
      </dgm:t>
    </dgm:pt>
    <dgm:pt modelId="{D1A7C59C-D140-4CDB-AF78-3AA4E78AEC48}" type="sibTrans" cxnId="{4F3ADE26-14CD-474C-A79F-2032371FC91C}">
      <dgm:prSet/>
      <dgm:spPr/>
      <dgm:t>
        <a:bodyPr/>
        <a:lstStyle/>
        <a:p>
          <a:endParaRPr lang="en-US"/>
        </a:p>
      </dgm:t>
    </dgm:pt>
    <dgm:pt modelId="{BEAFA9B4-1456-4857-BFA5-EB047E58CA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Python as an implementation language</a:t>
          </a:r>
          <a:endParaRPr lang="en-US"/>
        </a:p>
      </dgm:t>
    </dgm:pt>
    <dgm:pt modelId="{975211AC-7676-4612-9243-9309D0604911}" type="parTrans" cxnId="{D66E74EA-3732-4C91-B0A1-BEB1F2DBCAAF}">
      <dgm:prSet/>
      <dgm:spPr/>
      <dgm:t>
        <a:bodyPr/>
        <a:lstStyle/>
        <a:p>
          <a:endParaRPr lang="en-US"/>
        </a:p>
      </dgm:t>
    </dgm:pt>
    <dgm:pt modelId="{91439BFA-E836-4472-9AA3-797B101FB4B8}" type="sibTrans" cxnId="{D66E74EA-3732-4C91-B0A1-BEB1F2DBCAAF}">
      <dgm:prSet/>
      <dgm:spPr/>
      <dgm:t>
        <a:bodyPr/>
        <a:lstStyle/>
        <a:p>
          <a:endParaRPr lang="en-US"/>
        </a:p>
      </dgm:t>
    </dgm:pt>
    <dgm:pt modelId="{63ECC5EE-6A06-477C-B84B-002C3BF0F43E}" type="pres">
      <dgm:prSet presAssocID="{646C45B4-49B8-4118-9BDF-F1989D48F1C6}" presName="root" presStyleCnt="0">
        <dgm:presLayoutVars>
          <dgm:dir/>
          <dgm:resizeHandles val="exact"/>
        </dgm:presLayoutVars>
      </dgm:prSet>
      <dgm:spPr/>
    </dgm:pt>
    <dgm:pt modelId="{8DA9112C-5EC0-4FAA-97D3-763AE8FF649C}" type="pres">
      <dgm:prSet presAssocID="{FF665230-83BD-4566-9C99-9DB48EAC64BC}" presName="compNode" presStyleCnt="0"/>
      <dgm:spPr/>
    </dgm:pt>
    <dgm:pt modelId="{491F75CF-0B2E-4C21-8D4D-89587720005E}" type="pres">
      <dgm:prSet presAssocID="{FF665230-83BD-4566-9C99-9DB48EAC64BC}" presName="bgRect" presStyleLbl="bgShp" presStyleIdx="0" presStyleCnt="4"/>
      <dgm:spPr/>
    </dgm:pt>
    <dgm:pt modelId="{E4D2B54C-96DF-4978-A988-90E98043C477}" type="pres">
      <dgm:prSet presAssocID="{FF665230-83BD-4566-9C99-9DB48EAC64B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B72854B2-08AC-4DAE-BC27-D52CDFB3C724}" type="pres">
      <dgm:prSet presAssocID="{FF665230-83BD-4566-9C99-9DB48EAC64BC}" presName="spaceRect" presStyleCnt="0"/>
      <dgm:spPr/>
    </dgm:pt>
    <dgm:pt modelId="{F04E47F5-55D9-44C2-9043-C4D5DC8C8841}" type="pres">
      <dgm:prSet presAssocID="{FF665230-83BD-4566-9C99-9DB48EAC64BC}" presName="parTx" presStyleLbl="revTx" presStyleIdx="0" presStyleCnt="4">
        <dgm:presLayoutVars>
          <dgm:chMax val="0"/>
          <dgm:chPref val="0"/>
        </dgm:presLayoutVars>
      </dgm:prSet>
      <dgm:spPr/>
    </dgm:pt>
    <dgm:pt modelId="{AFF1C953-1F1C-4324-B4FF-0085E7A9DAAC}" type="pres">
      <dgm:prSet presAssocID="{28A9796A-A1B7-48EA-81E6-7043A15F3735}" presName="sibTrans" presStyleCnt="0"/>
      <dgm:spPr/>
    </dgm:pt>
    <dgm:pt modelId="{EE73F946-46B1-4CA4-BF0E-2E366CD32E71}" type="pres">
      <dgm:prSet presAssocID="{1AADB0D1-F1CC-46CC-B97F-F118C685C59F}" presName="compNode" presStyleCnt="0"/>
      <dgm:spPr/>
    </dgm:pt>
    <dgm:pt modelId="{672EE600-E031-40DB-B41F-6AEB4C7FFD42}" type="pres">
      <dgm:prSet presAssocID="{1AADB0D1-F1CC-46CC-B97F-F118C685C59F}" presName="bgRect" presStyleLbl="bgShp" presStyleIdx="1" presStyleCnt="4"/>
      <dgm:spPr/>
    </dgm:pt>
    <dgm:pt modelId="{40573957-0DB6-4F92-96B1-A24CEFDBED05}" type="pres">
      <dgm:prSet presAssocID="{1AADB0D1-F1CC-46CC-B97F-F118C685C59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E21B7F6-F474-4CDF-87C0-9C394374B898}" type="pres">
      <dgm:prSet presAssocID="{1AADB0D1-F1CC-46CC-B97F-F118C685C59F}" presName="spaceRect" presStyleCnt="0"/>
      <dgm:spPr/>
    </dgm:pt>
    <dgm:pt modelId="{B906A891-7971-413B-A1D7-3618A067E751}" type="pres">
      <dgm:prSet presAssocID="{1AADB0D1-F1CC-46CC-B97F-F118C685C59F}" presName="parTx" presStyleLbl="revTx" presStyleIdx="1" presStyleCnt="4">
        <dgm:presLayoutVars>
          <dgm:chMax val="0"/>
          <dgm:chPref val="0"/>
        </dgm:presLayoutVars>
      </dgm:prSet>
      <dgm:spPr/>
    </dgm:pt>
    <dgm:pt modelId="{0BD47F70-AD80-42D3-8F6F-9BDA519C25C1}" type="pres">
      <dgm:prSet presAssocID="{D4CBD5C2-7964-41DB-8E7C-01CC93C0B0D2}" presName="sibTrans" presStyleCnt="0"/>
      <dgm:spPr/>
    </dgm:pt>
    <dgm:pt modelId="{13950E88-3915-49D4-9174-EC2440414968}" type="pres">
      <dgm:prSet presAssocID="{39052341-5124-4062-AE87-9DAED1FD9B2B}" presName="compNode" presStyleCnt="0"/>
      <dgm:spPr/>
    </dgm:pt>
    <dgm:pt modelId="{AC824F4A-42C4-4ADF-878D-102FC8463086}" type="pres">
      <dgm:prSet presAssocID="{39052341-5124-4062-AE87-9DAED1FD9B2B}" presName="bgRect" presStyleLbl="bgShp" presStyleIdx="2" presStyleCnt="4"/>
      <dgm:spPr/>
    </dgm:pt>
    <dgm:pt modelId="{B4D1847E-33C9-420E-8D02-B70DE7C33E60}" type="pres">
      <dgm:prSet presAssocID="{39052341-5124-4062-AE87-9DAED1FD9B2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5F6A39AD-7E31-45C2-8371-E54792911DC2}" type="pres">
      <dgm:prSet presAssocID="{39052341-5124-4062-AE87-9DAED1FD9B2B}" presName="spaceRect" presStyleCnt="0"/>
      <dgm:spPr/>
    </dgm:pt>
    <dgm:pt modelId="{47696FAC-3F05-4C54-A600-A8BB387B05BD}" type="pres">
      <dgm:prSet presAssocID="{39052341-5124-4062-AE87-9DAED1FD9B2B}" presName="parTx" presStyleLbl="revTx" presStyleIdx="2" presStyleCnt="4">
        <dgm:presLayoutVars>
          <dgm:chMax val="0"/>
          <dgm:chPref val="0"/>
        </dgm:presLayoutVars>
      </dgm:prSet>
      <dgm:spPr/>
    </dgm:pt>
    <dgm:pt modelId="{0159D49D-B268-42A6-87FD-63DE1A457C71}" type="pres">
      <dgm:prSet presAssocID="{D1A7C59C-D140-4CDB-AF78-3AA4E78AEC48}" presName="sibTrans" presStyleCnt="0"/>
      <dgm:spPr/>
    </dgm:pt>
    <dgm:pt modelId="{D1AE6FC3-2FA2-4ED7-A151-8C16A69FF8A2}" type="pres">
      <dgm:prSet presAssocID="{BEAFA9B4-1456-4857-BFA5-EB047E58CA36}" presName="compNode" presStyleCnt="0"/>
      <dgm:spPr/>
    </dgm:pt>
    <dgm:pt modelId="{554C632C-950F-4FAF-97EF-54D8B79C6837}" type="pres">
      <dgm:prSet presAssocID="{BEAFA9B4-1456-4857-BFA5-EB047E58CA36}" presName="bgRect" presStyleLbl="bgShp" presStyleIdx="3" presStyleCnt="4"/>
      <dgm:spPr/>
    </dgm:pt>
    <dgm:pt modelId="{95746203-C23D-48A4-9C78-943E2D727B76}" type="pres">
      <dgm:prSet presAssocID="{BEAFA9B4-1456-4857-BFA5-EB047E58CA3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D73C9F70-8DE2-4B7D-A1EC-CBD8857F28AB}" type="pres">
      <dgm:prSet presAssocID="{BEAFA9B4-1456-4857-BFA5-EB047E58CA36}" presName="spaceRect" presStyleCnt="0"/>
      <dgm:spPr/>
    </dgm:pt>
    <dgm:pt modelId="{1E3FE0C0-ACC8-4A04-84D9-C7AA705A91E4}" type="pres">
      <dgm:prSet presAssocID="{BEAFA9B4-1456-4857-BFA5-EB047E58CA3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F3ADE26-14CD-474C-A79F-2032371FC91C}" srcId="{646C45B4-49B8-4118-9BDF-F1989D48F1C6}" destId="{39052341-5124-4062-AE87-9DAED1FD9B2B}" srcOrd="2" destOrd="0" parTransId="{AF4C12C2-1907-46C1-8F91-B6488CF44166}" sibTransId="{D1A7C59C-D140-4CDB-AF78-3AA4E78AEC48}"/>
    <dgm:cxn modelId="{EE91DD5E-3819-46D1-B502-50691480856A}" type="presOf" srcId="{39052341-5124-4062-AE87-9DAED1FD9B2B}" destId="{47696FAC-3F05-4C54-A600-A8BB387B05BD}" srcOrd="0" destOrd="0" presId="urn:microsoft.com/office/officeart/2018/2/layout/IconVerticalSolidList"/>
    <dgm:cxn modelId="{D800CE65-E6EE-40F1-96AE-4F42D6ADE136}" type="presOf" srcId="{646C45B4-49B8-4118-9BDF-F1989D48F1C6}" destId="{63ECC5EE-6A06-477C-B84B-002C3BF0F43E}" srcOrd="0" destOrd="0" presId="urn:microsoft.com/office/officeart/2018/2/layout/IconVerticalSolidList"/>
    <dgm:cxn modelId="{3C1E774B-0CCC-4541-93D4-51F3A92A16D8}" srcId="{646C45B4-49B8-4118-9BDF-F1989D48F1C6}" destId="{FF665230-83BD-4566-9C99-9DB48EAC64BC}" srcOrd="0" destOrd="0" parTransId="{37274BC7-EFC6-4837-9F3B-B0B6D45F70AF}" sibTransId="{28A9796A-A1B7-48EA-81E6-7043A15F3735}"/>
    <dgm:cxn modelId="{86D27C9B-1A23-4F26-8EF6-00EF8DEF47BD}" type="presOf" srcId="{FF665230-83BD-4566-9C99-9DB48EAC64BC}" destId="{F04E47F5-55D9-44C2-9043-C4D5DC8C8841}" srcOrd="0" destOrd="0" presId="urn:microsoft.com/office/officeart/2018/2/layout/IconVerticalSolidList"/>
    <dgm:cxn modelId="{C8ADC8B9-BAAF-4A4C-898C-8F46518AD5AF}" type="presOf" srcId="{1AADB0D1-F1CC-46CC-B97F-F118C685C59F}" destId="{B906A891-7971-413B-A1D7-3618A067E751}" srcOrd="0" destOrd="0" presId="urn:microsoft.com/office/officeart/2018/2/layout/IconVerticalSolidList"/>
    <dgm:cxn modelId="{CE0AAFBF-A149-4DA1-AF66-603AD6AFA1B8}" srcId="{646C45B4-49B8-4118-9BDF-F1989D48F1C6}" destId="{1AADB0D1-F1CC-46CC-B97F-F118C685C59F}" srcOrd="1" destOrd="0" parTransId="{AD3D9428-BEEC-4F45-BA0C-32C9BD2F8D53}" sibTransId="{D4CBD5C2-7964-41DB-8E7C-01CC93C0B0D2}"/>
    <dgm:cxn modelId="{D66E74EA-3732-4C91-B0A1-BEB1F2DBCAAF}" srcId="{646C45B4-49B8-4118-9BDF-F1989D48F1C6}" destId="{BEAFA9B4-1456-4857-BFA5-EB047E58CA36}" srcOrd="3" destOrd="0" parTransId="{975211AC-7676-4612-9243-9309D0604911}" sibTransId="{91439BFA-E836-4472-9AA3-797B101FB4B8}"/>
    <dgm:cxn modelId="{FD0576FE-1EF8-43A3-BC71-6D7E22DA39A9}" type="presOf" srcId="{BEAFA9B4-1456-4857-BFA5-EB047E58CA36}" destId="{1E3FE0C0-ACC8-4A04-84D9-C7AA705A91E4}" srcOrd="0" destOrd="0" presId="urn:microsoft.com/office/officeart/2018/2/layout/IconVerticalSolidList"/>
    <dgm:cxn modelId="{46E7BF34-D2FF-4FCF-8CB3-EF2179984AFA}" type="presParOf" srcId="{63ECC5EE-6A06-477C-B84B-002C3BF0F43E}" destId="{8DA9112C-5EC0-4FAA-97D3-763AE8FF649C}" srcOrd="0" destOrd="0" presId="urn:microsoft.com/office/officeart/2018/2/layout/IconVerticalSolidList"/>
    <dgm:cxn modelId="{330322E7-4A13-4B1F-BC8F-E0ED88C3552E}" type="presParOf" srcId="{8DA9112C-5EC0-4FAA-97D3-763AE8FF649C}" destId="{491F75CF-0B2E-4C21-8D4D-89587720005E}" srcOrd="0" destOrd="0" presId="urn:microsoft.com/office/officeart/2018/2/layout/IconVerticalSolidList"/>
    <dgm:cxn modelId="{7A874F3C-6E0B-4AB2-98F5-6F77C278E74B}" type="presParOf" srcId="{8DA9112C-5EC0-4FAA-97D3-763AE8FF649C}" destId="{E4D2B54C-96DF-4978-A988-90E98043C477}" srcOrd="1" destOrd="0" presId="urn:microsoft.com/office/officeart/2018/2/layout/IconVerticalSolidList"/>
    <dgm:cxn modelId="{28A0D1BA-0A00-4E8C-BA99-546C9F602B29}" type="presParOf" srcId="{8DA9112C-5EC0-4FAA-97D3-763AE8FF649C}" destId="{B72854B2-08AC-4DAE-BC27-D52CDFB3C724}" srcOrd="2" destOrd="0" presId="urn:microsoft.com/office/officeart/2018/2/layout/IconVerticalSolidList"/>
    <dgm:cxn modelId="{61C906FD-2D25-4493-8180-3AE6FFBCCE7F}" type="presParOf" srcId="{8DA9112C-5EC0-4FAA-97D3-763AE8FF649C}" destId="{F04E47F5-55D9-44C2-9043-C4D5DC8C8841}" srcOrd="3" destOrd="0" presId="urn:microsoft.com/office/officeart/2018/2/layout/IconVerticalSolidList"/>
    <dgm:cxn modelId="{37602F3E-3A6F-4103-B13C-1B6C0820FFC8}" type="presParOf" srcId="{63ECC5EE-6A06-477C-B84B-002C3BF0F43E}" destId="{AFF1C953-1F1C-4324-B4FF-0085E7A9DAAC}" srcOrd="1" destOrd="0" presId="urn:microsoft.com/office/officeart/2018/2/layout/IconVerticalSolidList"/>
    <dgm:cxn modelId="{2FA6B522-1DC5-4036-AF47-0857C42EC433}" type="presParOf" srcId="{63ECC5EE-6A06-477C-B84B-002C3BF0F43E}" destId="{EE73F946-46B1-4CA4-BF0E-2E366CD32E71}" srcOrd="2" destOrd="0" presId="urn:microsoft.com/office/officeart/2018/2/layout/IconVerticalSolidList"/>
    <dgm:cxn modelId="{406E349C-ADDD-498A-8BA5-CB6FC3BB0D3E}" type="presParOf" srcId="{EE73F946-46B1-4CA4-BF0E-2E366CD32E71}" destId="{672EE600-E031-40DB-B41F-6AEB4C7FFD42}" srcOrd="0" destOrd="0" presId="urn:microsoft.com/office/officeart/2018/2/layout/IconVerticalSolidList"/>
    <dgm:cxn modelId="{104A87C5-16B6-4C1C-9DE1-83A2490AEFA3}" type="presParOf" srcId="{EE73F946-46B1-4CA4-BF0E-2E366CD32E71}" destId="{40573957-0DB6-4F92-96B1-A24CEFDBED05}" srcOrd="1" destOrd="0" presId="urn:microsoft.com/office/officeart/2018/2/layout/IconVerticalSolidList"/>
    <dgm:cxn modelId="{AE7FA76A-B5BB-4094-9955-D52F9EA06995}" type="presParOf" srcId="{EE73F946-46B1-4CA4-BF0E-2E366CD32E71}" destId="{4E21B7F6-F474-4CDF-87C0-9C394374B898}" srcOrd="2" destOrd="0" presId="urn:microsoft.com/office/officeart/2018/2/layout/IconVerticalSolidList"/>
    <dgm:cxn modelId="{C004020C-CEDF-444F-BBF3-4EA2BF480E35}" type="presParOf" srcId="{EE73F946-46B1-4CA4-BF0E-2E366CD32E71}" destId="{B906A891-7971-413B-A1D7-3618A067E751}" srcOrd="3" destOrd="0" presId="urn:microsoft.com/office/officeart/2018/2/layout/IconVerticalSolidList"/>
    <dgm:cxn modelId="{DD2837F9-B3EF-4880-AACD-C79AA36E087F}" type="presParOf" srcId="{63ECC5EE-6A06-477C-B84B-002C3BF0F43E}" destId="{0BD47F70-AD80-42D3-8F6F-9BDA519C25C1}" srcOrd="3" destOrd="0" presId="urn:microsoft.com/office/officeart/2018/2/layout/IconVerticalSolidList"/>
    <dgm:cxn modelId="{0951767D-0C04-4367-B0B1-8A0A8C08E7B2}" type="presParOf" srcId="{63ECC5EE-6A06-477C-B84B-002C3BF0F43E}" destId="{13950E88-3915-49D4-9174-EC2440414968}" srcOrd="4" destOrd="0" presId="urn:microsoft.com/office/officeart/2018/2/layout/IconVerticalSolidList"/>
    <dgm:cxn modelId="{54861E8B-1B7F-4C89-9E88-467EF0D777C3}" type="presParOf" srcId="{13950E88-3915-49D4-9174-EC2440414968}" destId="{AC824F4A-42C4-4ADF-878D-102FC8463086}" srcOrd="0" destOrd="0" presId="urn:microsoft.com/office/officeart/2018/2/layout/IconVerticalSolidList"/>
    <dgm:cxn modelId="{33D51702-371D-429D-8516-11183A5BE64D}" type="presParOf" srcId="{13950E88-3915-49D4-9174-EC2440414968}" destId="{B4D1847E-33C9-420E-8D02-B70DE7C33E60}" srcOrd="1" destOrd="0" presId="urn:microsoft.com/office/officeart/2018/2/layout/IconVerticalSolidList"/>
    <dgm:cxn modelId="{6C903E6B-8716-4E16-8191-1AFF3BC4E0F3}" type="presParOf" srcId="{13950E88-3915-49D4-9174-EC2440414968}" destId="{5F6A39AD-7E31-45C2-8371-E54792911DC2}" srcOrd="2" destOrd="0" presId="urn:microsoft.com/office/officeart/2018/2/layout/IconVerticalSolidList"/>
    <dgm:cxn modelId="{C9F05AEF-2E3A-4516-9EFA-2C3C544ADD32}" type="presParOf" srcId="{13950E88-3915-49D4-9174-EC2440414968}" destId="{47696FAC-3F05-4C54-A600-A8BB387B05BD}" srcOrd="3" destOrd="0" presId="urn:microsoft.com/office/officeart/2018/2/layout/IconVerticalSolidList"/>
    <dgm:cxn modelId="{B2140A9E-728D-46B2-B2A9-5BF42F57C587}" type="presParOf" srcId="{63ECC5EE-6A06-477C-B84B-002C3BF0F43E}" destId="{0159D49D-B268-42A6-87FD-63DE1A457C71}" srcOrd="5" destOrd="0" presId="urn:microsoft.com/office/officeart/2018/2/layout/IconVerticalSolidList"/>
    <dgm:cxn modelId="{07F9642A-4A29-4567-8355-A440546001B2}" type="presParOf" srcId="{63ECC5EE-6A06-477C-B84B-002C3BF0F43E}" destId="{D1AE6FC3-2FA2-4ED7-A151-8C16A69FF8A2}" srcOrd="6" destOrd="0" presId="urn:microsoft.com/office/officeart/2018/2/layout/IconVerticalSolidList"/>
    <dgm:cxn modelId="{9DDABE97-8392-42DC-AEB0-3CBCF98C4E8C}" type="presParOf" srcId="{D1AE6FC3-2FA2-4ED7-A151-8C16A69FF8A2}" destId="{554C632C-950F-4FAF-97EF-54D8B79C6837}" srcOrd="0" destOrd="0" presId="urn:microsoft.com/office/officeart/2018/2/layout/IconVerticalSolidList"/>
    <dgm:cxn modelId="{6A5DAE74-65CC-4EA5-A74D-ED72D4CF6797}" type="presParOf" srcId="{D1AE6FC3-2FA2-4ED7-A151-8C16A69FF8A2}" destId="{95746203-C23D-48A4-9C78-943E2D727B76}" srcOrd="1" destOrd="0" presId="urn:microsoft.com/office/officeart/2018/2/layout/IconVerticalSolidList"/>
    <dgm:cxn modelId="{20A783B2-A05A-437F-9763-B3FCC9375667}" type="presParOf" srcId="{D1AE6FC3-2FA2-4ED7-A151-8C16A69FF8A2}" destId="{D73C9F70-8DE2-4B7D-A1EC-CBD8857F28AB}" srcOrd="2" destOrd="0" presId="urn:microsoft.com/office/officeart/2018/2/layout/IconVerticalSolidList"/>
    <dgm:cxn modelId="{757DA4A4-40FE-4555-9A24-833A7E14C721}" type="presParOf" srcId="{D1AE6FC3-2FA2-4ED7-A151-8C16A69FF8A2}" destId="{1E3FE0C0-ACC8-4A04-84D9-C7AA705A91E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9DC583-A444-4E9E-B2BF-3D50BC869615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E7E478-B495-4EF5-8E57-7F5FA99C2597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84648-7839-4B1C-B9C1-7412EE541C4B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/>
            <a:t>Phishing emails are a major cybersecurity threat</a:t>
          </a:r>
          <a:endParaRPr lang="en-US" sz="2500" kern="1200" dirty="0"/>
        </a:p>
      </dsp:txBody>
      <dsp:txXfrm>
        <a:off x="1686304" y="623"/>
        <a:ext cx="5530111" cy="1460003"/>
      </dsp:txXfrm>
    </dsp:sp>
    <dsp:sp modelId="{87207703-877C-431B-A40D-568916BD0CFF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DD2318-010A-43D7-ACA9-F3042E80754F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09DB12-63CF-41E7-BE09-8F1E8ED301BE}">
      <dsp:nvSpPr>
        <dsp:cNvPr id="0" name=""/>
        <dsp:cNvSpPr/>
      </dsp:nvSpPr>
      <dsp:spPr>
        <a:xfrm>
          <a:off x="1686304" y="1825628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/>
            <a:t>Attackers use social engineering and technical deception</a:t>
          </a:r>
          <a:endParaRPr lang="en-US" sz="2500" kern="1200" dirty="0"/>
        </a:p>
      </dsp:txBody>
      <dsp:txXfrm>
        <a:off x="1686304" y="1825628"/>
        <a:ext cx="5530111" cy="1460003"/>
      </dsp:txXfrm>
    </dsp:sp>
    <dsp:sp modelId="{167B3E65-9B30-4441-BCDD-D459572E7CDA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5C2FC6-1F00-4352-B99C-0D60BFEBE3FB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137BEE-77DF-43A7-BCB7-DE137EC2D221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/>
            <a:t>The project aims to detect phishing emails using rule‑based analysis</a:t>
          </a:r>
          <a:endParaRPr lang="en-US" sz="2500" kern="1200" dirty="0"/>
        </a:p>
      </dsp:txBody>
      <dsp:txXfrm>
        <a:off x="1686304" y="3650632"/>
        <a:ext cx="5530111" cy="14600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EE058B-320B-4AF1-9163-B65ED1DB1835}">
      <dsp:nvSpPr>
        <dsp:cNvPr id="0" name=""/>
        <dsp:cNvSpPr/>
      </dsp:nvSpPr>
      <dsp:spPr>
        <a:xfrm>
          <a:off x="0" y="78852"/>
          <a:ext cx="7216416" cy="93541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Email security within the cybersecurity domain</a:t>
          </a:r>
          <a:endParaRPr lang="en-US" sz="2400" kern="1200"/>
        </a:p>
      </dsp:txBody>
      <dsp:txXfrm>
        <a:off x="45663" y="124515"/>
        <a:ext cx="7125090" cy="844088"/>
      </dsp:txXfrm>
    </dsp:sp>
    <dsp:sp modelId="{D3A6DAFA-4515-4366-A75C-430F061A441F}">
      <dsp:nvSpPr>
        <dsp:cNvPr id="0" name=""/>
        <dsp:cNvSpPr/>
      </dsp:nvSpPr>
      <dsp:spPr>
        <a:xfrm>
          <a:off x="0" y="1083387"/>
          <a:ext cx="7216416" cy="935414"/>
        </a:xfrm>
        <a:prstGeom prst="roundRect">
          <a:avLst/>
        </a:prstGeom>
        <a:solidFill>
          <a:schemeClr val="accent2">
            <a:hueOff val="1768024"/>
            <a:satOff val="-6660"/>
            <a:lumOff val="5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Phishing as a common attack vector</a:t>
          </a:r>
          <a:endParaRPr lang="en-US" sz="2400" kern="1200"/>
        </a:p>
      </dsp:txBody>
      <dsp:txXfrm>
        <a:off x="45663" y="1129050"/>
        <a:ext cx="7125090" cy="844088"/>
      </dsp:txXfrm>
    </dsp:sp>
    <dsp:sp modelId="{37F81AFC-82A4-49BE-AD89-260104701023}">
      <dsp:nvSpPr>
        <dsp:cNvPr id="0" name=""/>
        <dsp:cNvSpPr/>
      </dsp:nvSpPr>
      <dsp:spPr>
        <a:xfrm>
          <a:off x="0" y="2087922"/>
          <a:ext cx="7216416" cy="935414"/>
        </a:xfrm>
        <a:prstGeom prst="roundRect">
          <a:avLst/>
        </a:prstGeom>
        <a:solidFill>
          <a:schemeClr val="accent2">
            <a:hueOff val="3536049"/>
            <a:satOff val="-13319"/>
            <a:lumOff val="1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Targets individuals and organisations</a:t>
          </a:r>
          <a:endParaRPr lang="en-US" sz="2400" kern="1200"/>
        </a:p>
      </dsp:txBody>
      <dsp:txXfrm>
        <a:off x="45663" y="2133585"/>
        <a:ext cx="7125090" cy="844088"/>
      </dsp:txXfrm>
    </dsp:sp>
    <dsp:sp modelId="{0D9B8C86-A2EC-4D8D-A219-EA9D042B8AC7}">
      <dsp:nvSpPr>
        <dsp:cNvPr id="0" name=""/>
        <dsp:cNvSpPr/>
      </dsp:nvSpPr>
      <dsp:spPr>
        <a:xfrm>
          <a:off x="0" y="3092457"/>
          <a:ext cx="7216416" cy="935414"/>
        </a:xfrm>
        <a:prstGeom prst="roundRect">
          <a:avLst/>
        </a:prstGeom>
        <a:solidFill>
          <a:schemeClr val="accent2">
            <a:hueOff val="5304073"/>
            <a:satOff val="-19979"/>
            <a:lumOff val="16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/>
            <a:t>Focus on detection and prevention of malicious emails</a:t>
          </a:r>
          <a:endParaRPr lang="en-US" sz="2400" kern="1200" dirty="0"/>
        </a:p>
      </dsp:txBody>
      <dsp:txXfrm>
        <a:off x="45663" y="3138120"/>
        <a:ext cx="7125090" cy="844088"/>
      </dsp:txXfrm>
    </dsp:sp>
    <dsp:sp modelId="{867576B6-8B55-4763-851C-E91A420820A9}">
      <dsp:nvSpPr>
        <dsp:cNvPr id="0" name=""/>
        <dsp:cNvSpPr/>
      </dsp:nvSpPr>
      <dsp:spPr>
        <a:xfrm>
          <a:off x="0" y="4096992"/>
          <a:ext cx="7216416" cy="935414"/>
        </a:xfrm>
        <a:prstGeom prst="roundRect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Reducing the risk of credential theft and financial fraud</a:t>
          </a:r>
        </a:p>
      </dsp:txBody>
      <dsp:txXfrm>
        <a:off x="45663" y="4142655"/>
        <a:ext cx="7125090" cy="8440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1F75CF-0B2E-4C21-8D4D-89587720005E}">
      <dsp:nvSpPr>
        <dsp:cNvPr id="0" name=""/>
        <dsp:cNvSpPr/>
      </dsp:nvSpPr>
      <dsp:spPr>
        <a:xfrm>
          <a:off x="0" y="2044"/>
          <a:ext cx="6479357" cy="10362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D2B54C-96DF-4978-A988-90E98043C477}">
      <dsp:nvSpPr>
        <dsp:cNvPr id="0" name=""/>
        <dsp:cNvSpPr/>
      </dsp:nvSpPr>
      <dsp:spPr>
        <a:xfrm>
          <a:off x="313468" y="235202"/>
          <a:ext cx="569942" cy="5699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4E47F5-55D9-44C2-9043-C4D5DC8C8841}">
      <dsp:nvSpPr>
        <dsp:cNvPr id="0" name=""/>
        <dsp:cNvSpPr/>
      </dsp:nvSpPr>
      <dsp:spPr>
        <a:xfrm>
          <a:off x="1196878" y="2044"/>
          <a:ext cx="5282478" cy="1036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671" tIns="109671" rIns="109671" bIns="10967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Rule‑based phishing detection techniques</a:t>
          </a:r>
          <a:endParaRPr lang="en-US" sz="2200" kern="1200"/>
        </a:p>
      </dsp:txBody>
      <dsp:txXfrm>
        <a:off x="1196878" y="2044"/>
        <a:ext cx="5282478" cy="1036258"/>
      </dsp:txXfrm>
    </dsp:sp>
    <dsp:sp modelId="{672EE600-E031-40DB-B41F-6AEB4C7FFD42}">
      <dsp:nvSpPr>
        <dsp:cNvPr id="0" name=""/>
        <dsp:cNvSpPr/>
      </dsp:nvSpPr>
      <dsp:spPr>
        <a:xfrm>
          <a:off x="0" y="1297367"/>
          <a:ext cx="6479357" cy="10362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573957-0DB6-4F92-96B1-A24CEFDBED05}">
      <dsp:nvSpPr>
        <dsp:cNvPr id="0" name=""/>
        <dsp:cNvSpPr/>
      </dsp:nvSpPr>
      <dsp:spPr>
        <a:xfrm>
          <a:off x="313468" y="1530526"/>
          <a:ext cx="569942" cy="5699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06A891-7971-413B-A1D7-3618A067E751}">
      <dsp:nvSpPr>
        <dsp:cNvPr id="0" name=""/>
        <dsp:cNvSpPr/>
      </dsp:nvSpPr>
      <dsp:spPr>
        <a:xfrm>
          <a:off x="1196878" y="1297367"/>
          <a:ext cx="5282478" cy="1036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671" tIns="109671" rIns="109671" bIns="10967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Text analysis for social engineering patterns</a:t>
          </a:r>
          <a:endParaRPr lang="en-US" sz="2200" kern="1200"/>
        </a:p>
      </dsp:txBody>
      <dsp:txXfrm>
        <a:off x="1196878" y="1297367"/>
        <a:ext cx="5282478" cy="1036258"/>
      </dsp:txXfrm>
    </dsp:sp>
    <dsp:sp modelId="{AC824F4A-42C4-4ADF-878D-102FC8463086}">
      <dsp:nvSpPr>
        <dsp:cNvPr id="0" name=""/>
        <dsp:cNvSpPr/>
      </dsp:nvSpPr>
      <dsp:spPr>
        <a:xfrm>
          <a:off x="0" y="2592691"/>
          <a:ext cx="6479357" cy="10362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D1847E-33C9-420E-8D02-B70DE7C33E60}">
      <dsp:nvSpPr>
        <dsp:cNvPr id="0" name=""/>
        <dsp:cNvSpPr/>
      </dsp:nvSpPr>
      <dsp:spPr>
        <a:xfrm>
          <a:off x="313468" y="2825849"/>
          <a:ext cx="569942" cy="56994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696FAC-3F05-4C54-A600-A8BB387B05BD}">
      <dsp:nvSpPr>
        <dsp:cNvPr id="0" name=""/>
        <dsp:cNvSpPr/>
      </dsp:nvSpPr>
      <dsp:spPr>
        <a:xfrm>
          <a:off x="1196878" y="2592691"/>
          <a:ext cx="5282478" cy="1036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671" tIns="109671" rIns="109671" bIns="10967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URL analysis for malicious link detection</a:t>
          </a:r>
          <a:endParaRPr lang="en-US" sz="2200" kern="1200"/>
        </a:p>
      </dsp:txBody>
      <dsp:txXfrm>
        <a:off x="1196878" y="2592691"/>
        <a:ext cx="5282478" cy="1036258"/>
      </dsp:txXfrm>
    </dsp:sp>
    <dsp:sp modelId="{554C632C-950F-4FAF-97EF-54D8B79C6837}">
      <dsp:nvSpPr>
        <dsp:cNvPr id="0" name=""/>
        <dsp:cNvSpPr/>
      </dsp:nvSpPr>
      <dsp:spPr>
        <a:xfrm>
          <a:off x="0" y="3888014"/>
          <a:ext cx="6479357" cy="10362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746203-C23D-48A4-9C78-943E2D727B76}">
      <dsp:nvSpPr>
        <dsp:cNvPr id="0" name=""/>
        <dsp:cNvSpPr/>
      </dsp:nvSpPr>
      <dsp:spPr>
        <a:xfrm>
          <a:off x="313468" y="4121172"/>
          <a:ext cx="569942" cy="56994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3FE0C0-ACC8-4A04-84D9-C7AA705A91E4}">
      <dsp:nvSpPr>
        <dsp:cNvPr id="0" name=""/>
        <dsp:cNvSpPr/>
      </dsp:nvSpPr>
      <dsp:spPr>
        <a:xfrm>
          <a:off x="1196878" y="3888014"/>
          <a:ext cx="5282478" cy="1036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671" tIns="109671" rIns="109671" bIns="10967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Python as an implementation language</a:t>
          </a:r>
          <a:endParaRPr lang="en-US" sz="2200" kern="1200"/>
        </a:p>
      </dsp:txBody>
      <dsp:txXfrm>
        <a:off x="1196878" y="3888014"/>
        <a:ext cx="5282478" cy="10362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41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06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0195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318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588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26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081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304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982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458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313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307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91D445-4C00-E29C-4189-C5B8BC69DD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MY" sz="4900"/>
              <a:t>Python-based Phishing Detection Tool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C444C9-0CDD-AEF0-FEE8-54B092F18E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60" r="18388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4849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6E5B3D-414E-BEE1-7F18-1426AD17B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MY" sz="3600"/>
              <a:t>Introduction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02E48770-7AF6-ED35-A704-14B0D38359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2099676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7195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4F5FE7-2654-8719-BA7A-A3EE064E1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MY" sz="3600"/>
              <a:t>Application Domain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Rectangle 2">
            <a:extLst>
              <a:ext uri="{FF2B5EF4-FFF2-40B4-BE49-F238E27FC236}">
                <a16:creationId xmlns:a16="http://schemas.microsoft.com/office/drawing/2014/main" id="{C61CF1BE-270E-D649-D080-DB11CDE610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8849589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687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FC9126-6900-0CA4-8526-6105733EB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en-MY" dirty="0"/>
              <a:t>Technologies Used in the Prototype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F57DE2CC-C373-F77C-373A-55CDC2A728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4836805"/>
              </p:ext>
            </p:extLst>
          </p:nvPr>
        </p:nvGraphicFramePr>
        <p:xfrm>
          <a:off x="5051651" y="1371600"/>
          <a:ext cx="6479357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9145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F7EE81-E47E-A46B-30DE-7B00B2EBB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en-MY" dirty="0"/>
              <a:t>System Architecture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>
            <a:extLst>
              <a:ext uri="{FF2B5EF4-FFF2-40B4-BE49-F238E27FC236}">
                <a16:creationId xmlns:a16="http://schemas.microsoft.com/office/drawing/2014/main" id="{89E93350-BCDD-9754-3EBE-BB5BD693FD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633236"/>
            <a:ext cx="5737860" cy="36669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main.py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65176" lvl="1" indent="0" eaLnBrk="0" fontAlgn="base" hangingPunct="0">
              <a:spcBef>
                <a:spcPct val="0"/>
              </a:spcBef>
              <a:spcAft>
                <a:spcPts val="600"/>
              </a:spcAft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Manual email analysis</a:t>
            </a:r>
          </a:p>
          <a:p>
            <a:pPr marL="265176" lvl="1" indent="0" eaLnBrk="0" fontAlgn="base" hangingPunct="0">
              <a:spcBef>
                <a:spcPct val="0"/>
              </a:spcBef>
              <a:spcAft>
                <a:spcPts val="600"/>
              </a:spcAft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User inputs message</a:t>
            </a:r>
            <a:r>
              <a:rPr lang="en-US" altLang="en-US" dirty="0">
                <a:latin typeface="Arial" panose="020B0604020202020204" pitchFamily="34" charset="0"/>
              </a:rPr>
              <a:t> 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URL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evaluate.py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65176" lvl="1" indent="0" eaLnBrk="0" fontAlgn="base" hangingPunct="0">
              <a:spcBef>
                <a:spcPct val="0"/>
              </a:spcBef>
              <a:spcAft>
                <a:spcPts val="600"/>
              </a:spcAft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Automated dataset evaluation</a:t>
            </a:r>
          </a:p>
          <a:p>
            <a:pPr marL="265176" lvl="1" indent="0" eaLnBrk="0" fontAlgn="base" hangingPunct="0">
              <a:spcBef>
                <a:spcPct val="0"/>
              </a:spcBef>
              <a:spcAft>
                <a:spcPts val="600"/>
              </a:spcAft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Measures detection accuracy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A2F77BF-43BC-3195-EC8A-045D0F168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653" y="914400"/>
            <a:ext cx="3768881" cy="538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786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FCDF9A-35C5-4309-9963-9A7013E3F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/>
              <a:t>Prototype – features.py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1D6B2A4-3959-F99B-E810-A4B64C600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723" y="1031001"/>
            <a:ext cx="6962010" cy="487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151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C568E2-618D-81DA-1291-DD5A4F1DA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/>
              <a:t>Prototype – url_checks.py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D75410A-A211-5DE9-D389-BAD1037AB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723" y="2059306"/>
            <a:ext cx="7086286" cy="281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505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63F899-6F03-3265-355D-C906A8817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Prototype Results – main.py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9324D62-5C4E-4054-C6A3-65D6B6E15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477" y="680193"/>
            <a:ext cx="6355622" cy="549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542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C8042D-930A-0FBD-3991-C8B086A62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/>
              <a:t>Dataset from Kaggle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8BB96F6-63CC-ABB3-E4D0-ABE9A5410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723" y="1492403"/>
            <a:ext cx="7086286" cy="395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13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86968-5385-77DD-1C0D-9C547F560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Extracted Dataset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2DDA958-EA19-FBE8-6649-0B4036D8C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723" y="1492403"/>
            <a:ext cx="7086286" cy="395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102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21091C-8443-939D-6B52-5F7F1C176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1"/>
            <a:ext cx="4297680" cy="1789608"/>
          </a:xfrm>
        </p:spPr>
        <p:txBody>
          <a:bodyPr anchor="t">
            <a:normAutofit/>
          </a:bodyPr>
          <a:lstStyle/>
          <a:p>
            <a:r>
              <a:rPr lang="en-MY" dirty="0"/>
              <a:t>Prototype Result – evaluation.py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1B9C95A-F0DF-CFBE-4691-6F36987E1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650" y="3429000"/>
            <a:ext cx="5842699" cy="162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023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11C03B-A8E8-F4AA-3F55-282BF5ECF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en-MY" dirty="0"/>
              <a:t>Final Requirements</a:t>
            </a:r>
          </a:p>
        </p:txBody>
      </p:sp>
      <p:pic>
        <p:nvPicPr>
          <p:cNvPr id="5" name="Picture 4" descr="Person watching empty phone">
            <a:extLst>
              <a:ext uri="{FF2B5EF4-FFF2-40B4-BE49-F238E27FC236}">
                <a16:creationId xmlns:a16="http://schemas.microsoft.com/office/drawing/2014/main" id="{269D5793-EF54-7B4D-3189-4708568BD1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170" r="11546" b="-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53431-9149-FEA6-7D68-76005263F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MY" sz="1500" b="1" dirty="0">
                <a:latin typeface="Arial" panose="020B0604020202020204" pitchFamily="34" charset="0"/>
                <a:cs typeface="Arial" panose="020B0604020202020204" pitchFamily="34" charset="0"/>
              </a:rPr>
              <a:t>Completed So Far:</a:t>
            </a:r>
          </a:p>
          <a:p>
            <a:pPr lvl="1">
              <a:lnSpc>
                <a:spcPct val="110000"/>
              </a:lnSpc>
            </a:pPr>
            <a:r>
              <a:rPr lang="en-MY" sz="1500" dirty="0">
                <a:latin typeface="Arial" panose="020B0604020202020204" pitchFamily="34" charset="0"/>
                <a:cs typeface="Arial" panose="020B0604020202020204" pitchFamily="34" charset="0"/>
              </a:rPr>
              <a:t>Analyse email text for phishing indicators</a:t>
            </a:r>
          </a:p>
          <a:p>
            <a:pPr lvl="1">
              <a:lnSpc>
                <a:spcPct val="110000"/>
              </a:lnSpc>
            </a:pPr>
            <a:r>
              <a:rPr lang="en-MY" sz="1500" dirty="0">
                <a:latin typeface="Arial" panose="020B0604020202020204" pitchFamily="34" charset="0"/>
                <a:cs typeface="Arial" panose="020B0604020202020204" pitchFamily="34" charset="0"/>
              </a:rPr>
              <a:t>Analyse URLs for suspicious characteristics</a:t>
            </a:r>
          </a:p>
          <a:p>
            <a:pPr lvl="1">
              <a:lnSpc>
                <a:spcPct val="110000"/>
              </a:lnSpc>
            </a:pPr>
            <a:r>
              <a:rPr lang="en-MY" sz="1500" dirty="0">
                <a:latin typeface="Arial" panose="020B0604020202020204" pitchFamily="34" charset="0"/>
                <a:cs typeface="Arial" panose="020B0604020202020204" pitchFamily="34" charset="0"/>
              </a:rPr>
              <a:t>Extract rule‑based features (keywords, URL patterns)</a:t>
            </a:r>
          </a:p>
          <a:p>
            <a:pPr lvl="1">
              <a:lnSpc>
                <a:spcPct val="110000"/>
              </a:lnSpc>
            </a:pPr>
            <a:r>
              <a:rPr lang="en-MY" sz="1500" dirty="0">
                <a:latin typeface="Arial" panose="020B0604020202020204" pitchFamily="34" charset="0"/>
                <a:cs typeface="Arial" panose="020B0604020202020204" pitchFamily="34" charset="0"/>
              </a:rPr>
              <a:t>Generate a cumulative risk score</a:t>
            </a:r>
          </a:p>
          <a:p>
            <a:pPr lvl="1">
              <a:lnSpc>
                <a:spcPct val="110000"/>
              </a:lnSpc>
            </a:pPr>
            <a:r>
              <a:rPr lang="en-MY" sz="1500" dirty="0">
                <a:latin typeface="Arial" panose="020B0604020202020204" pitchFamily="34" charset="0"/>
                <a:cs typeface="Arial" panose="020B0604020202020204" pitchFamily="34" charset="0"/>
              </a:rPr>
              <a:t>Classify emails as:</a:t>
            </a:r>
          </a:p>
          <a:p>
            <a:pPr lvl="2">
              <a:lnSpc>
                <a:spcPct val="110000"/>
              </a:lnSpc>
            </a:pPr>
            <a:r>
              <a:rPr lang="en-MY" sz="1500" dirty="0">
                <a:latin typeface="Arial" panose="020B0604020202020204" pitchFamily="34" charset="0"/>
                <a:cs typeface="Arial" panose="020B0604020202020204" pitchFamily="34" charset="0"/>
              </a:rPr>
              <a:t>Likely Safe</a:t>
            </a:r>
          </a:p>
          <a:p>
            <a:pPr lvl="2">
              <a:lnSpc>
                <a:spcPct val="110000"/>
              </a:lnSpc>
            </a:pPr>
            <a:r>
              <a:rPr lang="en-MY" sz="1500" dirty="0">
                <a:latin typeface="Arial" panose="020B0604020202020204" pitchFamily="34" charset="0"/>
                <a:cs typeface="Arial" panose="020B0604020202020204" pitchFamily="34" charset="0"/>
              </a:rPr>
              <a:t>Suspicious</a:t>
            </a:r>
          </a:p>
          <a:p>
            <a:pPr lvl="2">
              <a:lnSpc>
                <a:spcPct val="110000"/>
              </a:lnSpc>
            </a:pPr>
            <a:r>
              <a:rPr lang="en-MY" sz="1500" dirty="0">
                <a:latin typeface="Arial" panose="020B0604020202020204" pitchFamily="34" charset="0"/>
                <a:cs typeface="Arial" panose="020B0604020202020204" pitchFamily="34" charset="0"/>
              </a:rPr>
              <a:t>Likely Phishing</a:t>
            </a:r>
          </a:p>
        </p:txBody>
      </p:sp>
    </p:spTree>
    <p:extLst>
      <p:ext uri="{BB962C8B-B14F-4D97-AF65-F5344CB8AC3E}">
        <p14:creationId xmlns:p14="http://schemas.microsoft.com/office/powerpoint/2010/main" val="587756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791FA-2C26-3EF9-FA0E-2DD8843AD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Final Requirements – Planned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14BA7-28EF-4341-FC9D-EE906D334C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Machine Learning Integration (scikit‑learn):</a:t>
            </a: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Use extracted features as input to ML models</a:t>
            </a: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Train classifiers such as:</a:t>
            </a:r>
          </a:p>
          <a:p>
            <a:pPr lvl="2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Logistic Regression</a:t>
            </a:r>
          </a:p>
          <a:p>
            <a:pPr lvl="2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Random Forest</a:t>
            </a: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Compare model performance using accuracy and precision.</a:t>
            </a: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Build a </a:t>
            </a: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hybrid system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combining Rule‑based detection and Machine learning detection.</a:t>
            </a:r>
            <a:endParaRPr lang="en-MY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22AEE7-587A-EFB4-400A-30DBBCA94A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Improve Evaluation Accuracy:</a:t>
            </a: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Expand dataset with more phishing and legitimate samples</a:t>
            </a: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Perform feature scaling and preprocessing</a:t>
            </a: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Use cross‑validation to reduce overfitting</a:t>
            </a: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Tune model hyperparameters to improve performance</a:t>
            </a:r>
          </a:p>
          <a:p>
            <a:pPr lvl="1"/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Analyse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false positives and false negatives to refine rules and features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96627465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282</Words>
  <Application>Microsoft Office PowerPoint</Application>
  <PresentationFormat>Widescreen</PresentationFormat>
  <Paragraphs>53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Unicode MS</vt:lpstr>
      <vt:lpstr>Grandview Display</vt:lpstr>
      <vt:lpstr>DashVTI</vt:lpstr>
      <vt:lpstr>Python-based Phishing Detection Tool</vt:lpstr>
      <vt:lpstr>Introduction </vt:lpstr>
      <vt:lpstr>Application Domain</vt:lpstr>
      <vt:lpstr>Technologies Used in the Prototype</vt:lpstr>
      <vt:lpstr>System Architecture</vt:lpstr>
      <vt:lpstr>Prototype – features.py</vt:lpstr>
      <vt:lpstr>Prototype – url_checks.py</vt:lpstr>
      <vt:lpstr>Prototype Results – main.py</vt:lpstr>
      <vt:lpstr>Dataset from Kaggle</vt:lpstr>
      <vt:lpstr>Extracted Dataset</vt:lpstr>
      <vt:lpstr>Prototype Result – evaluation.py</vt:lpstr>
      <vt:lpstr>Final Requirements</vt:lpstr>
      <vt:lpstr>Final Requirements – Planned Enhancements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Heng Kyle</dc:creator>
  <cp:lastModifiedBy>Heng Kyle</cp:lastModifiedBy>
  <cp:revision>1</cp:revision>
  <dcterms:created xsi:type="dcterms:W3CDTF">2026-01-29T19:02:04Z</dcterms:created>
  <dcterms:modified xsi:type="dcterms:W3CDTF">2026-01-30T16:42:37Z</dcterms:modified>
</cp:coreProperties>
</file>